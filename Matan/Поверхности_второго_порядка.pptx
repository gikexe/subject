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333F151B-630D-4878-8035-AD3D413D54C7}" type="slidenum"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1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165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FCBD648-972A-42CB-B5AD-C8B31A46C738}" type="slidenum"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1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165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ADCAB04-7C56-4BC1-BEDA-3F7DEF4684AA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E5C6F3F-D34A-4EF9-A317-C3C7C7B1A56F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D5E3CE1-B8E8-43B1-9AEA-32343E463B00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30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Поверхности второго порядка</a:t>
            </a:r>
            <a:endParaRPr b="0" lang="ru-RU" sz="6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2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1" lang="ru-RU" sz="36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Выполнил Гортоломей Иван К. ИВТб-1303</a:t>
            </a:r>
            <a:endParaRPr b="1" lang="ru-RU" sz="36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Классификация поверхностей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Общий вид уравнения:</a:t>
            </a:r>
            <a:endParaRPr b="1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>
              <a:spcAft>
                <a:spcPts val="1054"/>
              </a:spcAft>
              <a:buNone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   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Ax² + By² + Cz² + 2Dxy + 2Exz + 2Fyz + 2Gx + 2Hy + 2Iz + J = 0</a:t>
            </a:r>
            <a:endParaRPr b="1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При помощи поворота и переноса системы координат его можно привести к каноническому виду. 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Далее — основные типы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5" name=""/>
          <p:cNvSpPr/>
          <p:nvPr/>
        </p:nvSpPr>
        <p:spPr>
          <a:xfrm>
            <a:off x="540000" y="1800000"/>
            <a:ext cx="8640000" cy="540000"/>
          </a:xfrm>
          <a:prstGeom prst="rect">
            <a:avLst/>
          </a:prstGeom>
          <a:noFill/>
          <a:ln w="18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ru-RU" sz="2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Эллиптического типа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Характерны знаки плюса у квадратичных членов (возможно, один минус)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Эллипсоид: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+ y²/b² + z²/c² = 1 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(при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a = b = c 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— сфера)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Мнимый эллипсоид: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x²/a² + y²/b² + z²/c² = -1 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(нет вещественных точек)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Точка (вырожденный эллипсоид):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x²/a² + y²/b² + z²/c² = 0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Однополостный гиперболоид: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 x²/a² + y²/b² - z²/c² = 1 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(один знак минус)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Двуполостный гиперболоид: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x²/a² + y²/b² - z²/c² = -1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(один знак минус)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indent="0">
              <a:spcAft>
                <a:spcPts val="1054"/>
              </a:spcAft>
              <a:buNone/>
            </a:pP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92500" lnSpcReduction="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Эллипсоид (x²/a² + y²/b² + z²/c² = 1)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440000" y="1440000"/>
            <a:ext cx="7058520" cy="399096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62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Однополостный гиперболоид (x²/a² + y²/b² - z²/c² = 1)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089080" y="1260000"/>
            <a:ext cx="5830920" cy="430596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62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Двуполостный гиперболоид (x²/a² + y²/b² - z²/c² = -1)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2700000" y="1312920"/>
            <a:ext cx="4186800" cy="408708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Параболического типа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Содержат переменную в первой степени (отсутствует один из квадратов)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Эллиптический параболоид: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+ y²/b² = 2z 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(коэффициенты при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x²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и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y²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одного знака)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Гиперболический параболоид («седло»):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x²/a² - y²/b² = 2z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(коэффициенты при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x²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и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y²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разных знаков).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00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Эллиптический параболоид (x²/a² + y²/b² = 2z)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297520" y="1440000"/>
            <a:ext cx="5262480" cy="392868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62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Гиперболический параболоид (x²/a² - y²/b² = 2z)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1862640" y="1260000"/>
            <a:ext cx="5704560" cy="416592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Цилиндрические поверхности (вырожденные)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Уравнение не содержит одной из переменных — образующая параллельна оси этой переменной.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Эллиптический цилиндр: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+ y²/b² = 1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Гиперболический цилиндр: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- y²/b² = 1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Параболический цилиндр: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y² = 2px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Пара пересекающихся плоскостей: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- y²/b² = 0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Пара мнимых параллельных плоскостей: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= -1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Пара параллельных плоскостей: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= 1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Пара совпадающих плоскостей: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 = 0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Эллиптический цилиндр (x²/a² + y²/b² = 1)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340000" y="1260000"/>
            <a:ext cx="5010480" cy="422928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00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Гиперболический цилиндр (x²/a² - y²/b² = 1)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520000" y="1286280"/>
            <a:ext cx="5040000" cy="411372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Параболический цилиндр (y² = 2px)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3069000" y="1260000"/>
            <a:ext cx="3591000" cy="402912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62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Пара пересекающихся плоскостей (x²/a² - y²/b² = 0)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3240000" y="1260000"/>
            <a:ext cx="3600000" cy="405252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Пара параллельных плоскостей (x²/a² = 1)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2879640" y="1440000"/>
            <a:ext cx="3600360" cy="360036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Конус (вырожденный)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Конус второго порядка: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x²/a² + y²/b² - z²/c² = 0 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(при </a:t>
            </a:r>
            <a:r>
              <a:rPr b="0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a = b</a:t>
            </a:r>
            <a:r>
              <a:rPr b="1" lang="ru-RU" sz="2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— круговой конус)</a:t>
            </a:r>
            <a:endParaRPr b="0" lang="ru-RU" sz="20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0000" lnSpcReduction="19999"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Конус второго порядка (x²/a² + y²/b² - z²/c² = 0)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980000" y="1260000"/>
            <a:ext cx="5400000" cy="420804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Что такое метод сечений?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indent="0">
              <a:spcAft>
                <a:spcPts val="1054"/>
              </a:spcAft>
              <a:buNone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Это аналитический метод исследования формы поверхности путём её мысленного пересечения семействами плоскостей.</a:t>
            </a:r>
            <a:br>
              <a:rPr sz="2400"/>
            </a:br>
            <a:br>
              <a:rPr sz="2400"/>
            </a:b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Сложная трёхмерная форма «собирается» из совокупности простых двумерных кривых – её сечений.</a:t>
            </a:r>
            <a:br>
              <a:rPr sz="2400"/>
            </a:br>
            <a:br>
              <a:rPr sz="2400"/>
            </a:b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Алгоритм: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Font typeface="OpenSymbol" charset="2"/>
              <a:buAutoNum type="arabicParenR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Задать семейство секущих плоскостей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Font typeface="OpenSymbol" charset="2"/>
              <a:buAutoNum type="arabicParenR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Подставить уравнение плоскости в уравнение поверхности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Font typeface="OpenSymbol" charset="2"/>
              <a:buAutoNum type="arabicParenR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Исследовать вид и изменение получаемой плоской кривой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Font typeface="OpenSymbol" charset="2"/>
              <a:buAutoNum type="arabicParenR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Синтезировать пространственный образ по всем сечениям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2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Объект исследования: Эллиптический параболоид</a:t>
            </a:r>
            <a:endParaRPr b="0" lang="ru-RU" sz="28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Каноническое уравнение: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+ y²/b² = 2pz </a:t>
            </a: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(где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p &gt; 0</a:t>
            </a: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)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Визуальная аналогия: Форма похожа на «чашу», «параболическую антенну» или «горку»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Цель анализа: Понять, почему эта поверхность называется эллиптическим и параболоидом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26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Семейство 1. Горизонтальные сечения (Плоскости z = h)</a:t>
            </a:r>
            <a:endParaRPr b="0" lang="ru-RU" sz="26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Уравнение сечения: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+ y²/b² = 2ph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Анализ: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При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</a:t>
            </a: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h &lt; 0: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2ph &lt; 0</a:t>
            </a: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.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Левая часть всегда ≥ 0, правая отрицательна. Сечений нет. Поверхность расположена выше плоскости z=0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При h = 0: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Уравнение x²/a² + y²/b² = 0. Решение — одна точка (0,0,0). Это вершина параболоида.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При h &gt; 0: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Уравнение эллипса x²/(a√(2ph))² + y²/(b√(2ph))² = 1.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Геометрический вывод: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В горизонтальных срезах получаем эллипсы. Их размеры увеличиваются с ростом h. Это объясняет первую часть названия — «эллиптический»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Семейство 2. Сечения вертикальными плоскостями (x = h или y = h)</a:t>
            </a:r>
            <a:endParaRPr b="0" lang="ru-RU" sz="21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Случай A: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Плоскости y = h (продольные разрезы)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Уравнение: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x²/a² = 2pz - h²/b² =&gt; x² = 2pa² * (z - h²/(2pb²))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Вывод: 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Это уравнение параболы на плоскости y = h. Её ветви направлены вверх (коэффициент при z положительный), а вершина смещается вверх с ростом |h|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Случай B: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Плоскости x = h (поперечные разрезы)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Уравнение: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y²/b² = 2pz - h²/a² =&gt; y² = 2pb² * (z - h²/(2pa²))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Вывод:</a:t>
            </a: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Аналогично получаем параболу с ветвями вверх.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Ключевой вывод: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Любой вертикальный разрез, проходящий через ось OZ, даёт параболу. Это объясняет вторую часть названия — «параболоид»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19999"/>
          </a:bodyPr>
          <a:p>
            <a:pPr indent="0">
              <a:buNone/>
            </a:pPr>
            <a:r>
              <a:rPr b="0" lang="ru-RU" sz="40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Семейство 3. Сечения наклонными плоскостями (z = kx + m)</a:t>
            </a:r>
            <a:endParaRPr b="0" lang="ru-RU" sz="40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полноты картины: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Рассмотрим более общий случай.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Уравнение: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Подставляем z в каноническое уравнение: x²/a² + y²/b² = 2p(kx + m).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Анализ: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После преобразований (методом выделения полного квадрата) это уравнение всегда приводится к виду, описывающему на плоскости эллипс, параболу или гиперболу, в зависимости от угла наклона k.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Вывод: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Эллиптический параболоид — это поверхность второго порядка, и её сечениями могут быть все виды конических сечений, что подтверждает её богатую геометрию.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Синтез. Как собирается образ?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Представьте точку (вершину) при z=0.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Начинайте подниматься вверх (z&gt;0). В каждом горизонтальном слое вы видите эллипс, который плавно расширяется.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Если мысленно «прошить» поверхность этими растущими эллипсами, получится «чаша».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Любой вертикальный разрез этой «чаши» подтвердит её параболический профиль.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Выводы и значение метода</a:t>
            </a:r>
            <a:endParaRPr b="0" lang="ru-RU" sz="45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0000" y="1260000"/>
            <a:ext cx="972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Суть метода сечений: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Переход от 3D к серии 2D-задач для построения целостного пространственного образа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Результат для эллиптического параболоида: 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Мы доказали, что это бесконечная «чаша»: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Снизу (в вершине) стянутая в точку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Состоящая из бесконечного семейства вложенных эллипсов в горизонтальных срезах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Имеющая параболическую форму в любом вертикальном разрезе</a:t>
            </a:r>
            <a:endParaRPr b="0" lang="ru-RU" sz="21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1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Универсальность:</a:t>
            </a: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 Данный алгоритм применим к анализу любой поверхности второго порядка (гиперболоидов, конусов и т.д.)</a:t>
            </a:r>
            <a:endParaRPr b="0" lang="ru-RU" sz="2400" strike="noStrike" u="non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2025-12-21T19:29:57Z</dcterms:created>
  <dc:creator/>
  <dc:description>This work is licensed under a Creative Commons 0 License.
It makes use of the works of fsanchez.</dc:description>
  <dc:language>ru-RU</dc:language>
  <cp:lastModifiedBy/>
  <dcterms:modified xsi:type="dcterms:W3CDTF">2025-12-21T21:04:16Z</dcterms:modified>
  <cp:revision>2</cp:revision>
  <dc:subject/>
  <dc:title>Vivid</dc:title>
</cp:coreProperties>
</file>