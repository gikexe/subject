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png" ContentType="image/png"/>
  <Override PartName="/ppt/presProps.xml" ContentType="application/vnd.openxmlformats-officedocument.presentationml.presPro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5.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Freshes">
    <p:spTree>
      <p:nvGrpSpPr>
        <p:cNvPr id="1" name=""/>
        <p:cNvGrpSpPr/>
        <p:nvPr/>
      </p:nvGrpSpPr>
      <p:grpSpPr>
        <a:xfrm>
          <a:off x="0" y="0"/>
          <a:ext cx="0" cy="0"/>
          <a:chOff x="0" y="0"/>
          <a:chExt cx="0" cy="0"/>
        </a:xfrm>
      </p:grpSpPr>
      <p:pic>
        <p:nvPicPr>
          <p:cNvPr id="2" name="" descr=""/>
          <p:cNvPicPr/>
          <p:nvPr/>
        </p:nvPicPr>
        <p:blipFill>
          <a:blip r:embed="rId2"/>
          <a:stretch/>
        </p:blipFill>
        <p:spPr>
          <a:xfrm>
            <a:off x="0" y="0"/>
            <a:ext cx="10080000" cy="5670000"/>
          </a:xfrm>
          <a:prstGeom prst="rect">
            <a:avLst/>
          </a:prstGeom>
          <a:noFill/>
          <a:ln w="0">
            <a:noFill/>
          </a:ln>
        </p:spPr>
      </p:pic>
      <p:sp>
        <p:nvSpPr>
          <p:cNvPr id="3"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fontScale="77500" lnSpcReduction="19999"/>
          </a:bodyPr>
          <a:p>
            <a:pPr indent="0">
              <a:buNone/>
            </a:pPr>
            <a:r>
              <a:rPr b="1" lang="ru-RU" sz="7200" strike="noStrike" u="none">
                <a:solidFill>
                  <a:srgbClr val="ffffff"/>
                </a:solidFill>
                <a:effectLst/>
                <a:uFillTx/>
                <a:latin typeface="Noto Sans"/>
              </a:rPr>
              <a:t>Для правки текста заглавия щёлкните мышью</a:t>
            </a:r>
            <a:endParaRPr b="1" lang="ru-RU" sz="7200" strike="noStrike" u="none">
              <a:solidFill>
                <a:srgbClr val="ffffff"/>
              </a:solidFill>
              <a:effectLst/>
              <a:uFillTx/>
              <a:latin typeface="Noto Sans"/>
            </a:endParaRPr>
          </a:p>
        </p:txBody>
      </p:sp>
      <p:sp>
        <p:nvSpPr>
          <p:cNvPr id="4" name="PlaceHolder 2"/>
          <p:cNvSpPr>
            <a:spLocks noGrp="1"/>
          </p:cNvSpPr>
          <p:nvPr>
            <p:ph type="body"/>
          </p:nvPr>
        </p:nvSpPr>
        <p:spPr>
          <a:xfrm>
            <a:off x="720000" y="3312000"/>
            <a:ext cx="6840000" cy="198000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0" lang="ru-RU" sz="3200" strike="noStrike" u="none">
                <a:solidFill>
                  <a:srgbClr val="ffffff"/>
                </a:solidFill>
                <a:effectLst/>
                <a:uFillTx/>
                <a:latin typeface="Noto Sans"/>
              </a:rPr>
              <a:t>Для правки структуры щёлкните мышью</a:t>
            </a:r>
            <a:endParaRPr b="0" lang="ru-RU" sz="32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0" lang="ru-RU" sz="2800" strike="noStrike" u="none">
                <a:solidFill>
                  <a:srgbClr val="ffffff"/>
                </a:solidFill>
                <a:effectLst/>
                <a:uFillTx/>
                <a:latin typeface="Noto Sans"/>
              </a:rPr>
              <a:t>Второй уровень структуры</a:t>
            </a:r>
            <a:endParaRPr b="0" lang="ru-RU" sz="2800" strike="noStrike" u="none">
              <a:solidFill>
                <a:srgbClr val="ffffff"/>
              </a:solidFill>
              <a:effectLst/>
              <a:uFillTx/>
              <a:latin typeface="Noto Sans"/>
            </a:endParaRPr>
          </a:p>
          <a:p>
            <a:pPr lvl="2" marL="1296000" indent="-288000">
              <a:spcBef>
                <a:spcPts val="850"/>
              </a:spcBef>
              <a:buClr>
                <a:srgbClr val="ffffff"/>
              </a:buClr>
              <a:buSzPct val="45000"/>
              <a:buFont typeface="Wingdings" charset="2"/>
              <a:buChar char=""/>
            </a:pPr>
            <a:r>
              <a:rPr b="0" lang="ru-RU" sz="2400" strike="noStrike" u="none">
                <a:solidFill>
                  <a:srgbClr val="ffffff"/>
                </a:solidFill>
                <a:effectLst/>
                <a:uFillTx/>
                <a:latin typeface="Noto Sans"/>
              </a:rPr>
              <a:t>Третий уровень структуры</a:t>
            </a:r>
            <a:endParaRPr b="0" lang="ru-RU" sz="2400" strike="noStrike" u="none">
              <a:solidFill>
                <a:srgbClr val="ffffff"/>
              </a:solidFill>
              <a:effectLst/>
              <a:uFillTx/>
              <a:latin typeface="Noto Sans"/>
            </a:endParaRPr>
          </a:p>
          <a:p>
            <a:pPr lvl="3" marL="1728000" indent="-216000">
              <a:spcBef>
                <a:spcPts val="567"/>
              </a:spcBef>
              <a:buClr>
                <a:srgbClr val="ffffff"/>
              </a:buClr>
              <a:buSzPct val="75000"/>
              <a:buFont typeface="Symbol" charset="2"/>
              <a:buChar char=""/>
            </a:pPr>
            <a:r>
              <a:rPr b="0" lang="ru-RU" sz="2000" strike="noStrike" u="none">
                <a:solidFill>
                  <a:srgbClr val="ffffff"/>
                </a:solidFill>
                <a:effectLst/>
                <a:uFillTx/>
                <a:latin typeface="Noto Sans"/>
              </a:rPr>
              <a:t>Четвёртый уровень структуры</a:t>
            </a:r>
            <a:endParaRPr b="0" lang="ru-RU" sz="2000" strike="noStrike" u="none">
              <a:solidFill>
                <a:srgbClr val="ffffff"/>
              </a:solidFill>
              <a:effectLst/>
              <a:uFillTx/>
              <a:latin typeface="Noto Sans"/>
            </a:endParaRPr>
          </a:p>
          <a:p>
            <a:pPr lvl="4" marL="2160000" indent="-216000">
              <a:spcBef>
                <a:spcPts val="283"/>
              </a:spcBef>
              <a:buClr>
                <a:srgbClr val="ffffff"/>
              </a:buClr>
              <a:buSzPct val="45000"/>
              <a:buFont typeface="Wingdings" charset="2"/>
              <a:buChar char=""/>
            </a:pPr>
            <a:r>
              <a:rPr b="0" lang="ru-RU" sz="2000" strike="noStrike" u="none">
                <a:solidFill>
                  <a:srgbClr val="ffffff"/>
                </a:solidFill>
                <a:effectLst/>
                <a:uFillTx/>
                <a:latin typeface="Noto Sans"/>
              </a:rPr>
              <a:t>Пятый уровень структуры</a:t>
            </a:r>
            <a:endParaRPr b="0" lang="ru-RU" sz="2000" strike="noStrike" u="none">
              <a:solidFill>
                <a:srgbClr val="ffffff"/>
              </a:solidFill>
              <a:effectLst/>
              <a:uFillTx/>
              <a:latin typeface="Noto Sans"/>
            </a:endParaRPr>
          </a:p>
          <a:p>
            <a:pPr lvl="5" marL="2592000" indent="-216000">
              <a:spcBef>
                <a:spcPts val="283"/>
              </a:spcBef>
              <a:buClr>
                <a:srgbClr val="ffffff"/>
              </a:buClr>
              <a:buSzPct val="45000"/>
              <a:buFont typeface="Wingdings" charset="2"/>
              <a:buChar char=""/>
            </a:pPr>
            <a:r>
              <a:rPr b="0" lang="ru-RU" sz="2000" strike="noStrike" u="none">
                <a:solidFill>
                  <a:srgbClr val="ffffff"/>
                </a:solidFill>
                <a:effectLst/>
                <a:uFillTx/>
                <a:latin typeface="Noto Sans"/>
              </a:rPr>
              <a:t>Шестой уровень структуры</a:t>
            </a:r>
            <a:endParaRPr b="0" lang="ru-RU" sz="2000" strike="noStrike" u="none">
              <a:solidFill>
                <a:srgbClr val="ffffff"/>
              </a:solidFill>
              <a:effectLst/>
              <a:uFillTx/>
              <a:latin typeface="Noto Sans"/>
            </a:endParaRPr>
          </a:p>
          <a:p>
            <a:pPr lvl="6" marL="3024000" indent="-216000">
              <a:spcBef>
                <a:spcPts val="283"/>
              </a:spcBef>
              <a:buClr>
                <a:srgbClr val="ffffff"/>
              </a:buClr>
              <a:buSzPct val="45000"/>
              <a:buFont typeface="Wingdings" charset="2"/>
              <a:buChar char=""/>
            </a:pPr>
            <a:r>
              <a:rPr b="0" lang="ru-RU" sz="2000" strike="noStrike" u="none">
                <a:solidFill>
                  <a:srgbClr val="ffffff"/>
                </a:solidFill>
                <a:effectLst/>
                <a:uFillTx/>
                <a:latin typeface="Noto Sans"/>
              </a:rPr>
              <a:t>Седьмой уровень структуры</a:t>
            </a:r>
            <a:endParaRPr b="0" lang="ru-RU" sz="2000" strike="noStrike" u="none">
              <a:solidFill>
                <a:srgbClr val="ffffff"/>
              </a:solidFill>
              <a:effectLst/>
              <a:uFillTx/>
              <a:latin typeface="Noto San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One Bullet">
    <p:bg>
      <p:bgPr>
        <a:blipFill rotWithShape="0">
          <a:blip r:embed="rId2"/>
          <a:stretch/>
        </a:blipFill>
      </p:bgPr>
    </p:bg>
    <p:spTree>
      <p:nvGrpSpPr>
        <p:cNvPr id="1" name=""/>
        <p:cNvGrpSpPr/>
        <p:nvPr/>
      </p:nvGrpSpPr>
      <p:grpSpPr>
        <a:xfrm>
          <a:off x="0" y="0"/>
          <a:ext cx="0" cy="0"/>
          <a:chOff x="0" y="0"/>
          <a:chExt cx="0" cy="0"/>
        </a:xfrm>
      </p:grpSpPr>
      <p:sp>
        <p:nvSpPr>
          <p:cNvPr id="5" name=""/>
          <p:cNvSpPr/>
          <p:nvPr/>
        </p:nvSpPr>
        <p:spPr>
          <a:xfrm>
            <a:off x="0" y="0"/>
            <a:ext cx="10080000" cy="5670000"/>
          </a:xfrm>
          <a:prstGeom prst="rect">
            <a:avLst/>
          </a:prstGeom>
          <a:solidFill>
            <a:srgbClr val="0d84a1">
              <a:alpha val="45000"/>
            </a:srgbClr>
          </a:solidFill>
          <a:ln w="0">
            <a:noFill/>
          </a:ln>
        </p:spPr>
        <p:style>
          <a:lnRef idx="0"/>
          <a:fillRef idx="0"/>
          <a:effectRef idx="0"/>
          <a:fontRef idx="minor"/>
        </p:style>
        <p:txBody>
          <a:bodyPr wrap="none" lIns="0" rIns="0" tIns="0" bIns="0" anchor="ctr">
            <a:noAutofit/>
          </a:bodyPr>
          <a:p>
            <a:pPr algn="ctr"/>
            <a:endParaRPr b="0" lang="ru-RU" sz="1800" strike="noStrike" u="none">
              <a:solidFill>
                <a:srgbClr val="ffffff"/>
              </a:solidFill>
              <a:effectLst/>
              <a:uFillTx/>
              <a:latin typeface="Noto Sans"/>
            </a:endParaRPr>
          </a:p>
        </p:txBody>
      </p:sp>
      <p:sp>
        <p:nvSpPr>
          <p:cNvPr id="6" name="PlaceHolder 1"/>
          <p:cNvSpPr>
            <a:spLocks noGrp="1"/>
          </p:cNvSpPr>
          <p:nvPr>
            <p:ph type="title"/>
          </p:nvPr>
        </p:nvSpPr>
        <p:spPr>
          <a:xfrm>
            <a:off x="540000" y="216000"/>
            <a:ext cx="9000000" cy="936000"/>
          </a:xfrm>
          <a:prstGeom prst="rect">
            <a:avLst/>
          </a:prstGeom>
          <a:noFill/>
          <a:ln w="0">
            <a:noFill/>
          </a:ln>
        </p:spPr>
        <p:txBody>
          <a:bodyPr lIns="0" rIns="0" tIns="0" bIns="0" anchor="ctr">
            <a:normAutofit fontScale="70000" lnSpcReduction="19999"/>
          </a:bodyPr>
          <a:p>
            <a:pPr indent="0" algn="ctr">
              <a:buNone/>
            </a:pPr>
            <a:r>
              <a:rPr b="1" lang="ru-RU" sz="4400" strike="noStrike" u="none">
                <a:solidFill>
                  <a:srgbClr val="ffffff"/>
                </a:solidFill>
                <a:effectLst/>
                <a:uFillTx/>
                <a:latin typeface="Noto Sans"/>
              </a:rPr>
              <a:t>Для правки текста заглавия щёлкните мышью</a:t>
            </a:r>
            <a:endParaRPr b="1" lang="ru-RU" sz="4400" strike="noStrike" u="none">
              <a:solidFill>
                <a:srgbClr val="ffffff"/>
              </a:solidFill>
              <a:effectLst/>
              <a:uFillTx/>
              <a:latin typeface="Noto Sans"/>
            </a:endParaRPr>
          </a:p>
        </p:txBody>
      </p:sp>
      <p:sp>
        <p:nvSpPr>
          <p:cNvPr id="7" name="PlaceHolder 2"/>
          <p:cNvSpPr>
            <a:spLocks noGrp="1"/>
          </p:cNvSpPr>
          <p:nvPr>
            <p:ph type="body"/>
          </p:nvPr>
        </p:nvSpPr>
        <p:spPr>
          <a:xfrm>
            <a:off x="504000" y="1326600"/>
            <a:ext cx="9072000" cy="3287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ru-RU" sz="3200" strike="noStrike" u="none">
                <a:solidFill>
                  <a:srgbClr val="ffffff"/>
                </a:solidFill>
                <a:effectLst/>
                <a:uFillTx/>
                <a:latin typeface="Noto Sans"/>
              </a:rPr>
              <a:t>Для правки структуры щёлкните мышью</a:t>
            </a:r>
            <a:endParaRPr b="0" lang="ru-RU" sz="32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0" lang="ru-RU" sz="2800" strike="noStrike" u="none">
                <a:solidFill>
                  <a:srgbClr val="ffffff"/>
                </a:solidFill>
                <a:effectLst/>
                <a:uFillTx/>
                <a:latin typeface="Noto Sans"/>
              </a:rPr>
              <a:t>Второй уровень структуры</a:t>
            </a:r>
            <a:endParaRPr b="0" lang="ru-RU" sz="2800" strike="noStrike" u="none">
              <a:solidFill>
                <a:srgbClr val="ffffff"/>
              </a:solidFill>
              <a:effectLst/>
              <a:uFillTx/>
              <a:latin typeface="Noto Sans"/>
            </a:endParaRPr>
          </a:p>
          <a:p>
            <a:pPr lvl="2" marL="1296000" indent="-288000">
              <a:spcBef>
                <a:spcPts val="850"/>
              </a:spcBef>
              <a:buClr>
                <a:srgbClr val="ffffff"/>
              </a:buClr>
              <a:buSzPct val="45000"/>
              <a:buFont typeface="Wingdings" charset="2"/>
              <a:buChar char=""/>
            </a:pPr>
            <a:r>
              <a:rPr b="0" lang="ru-RU" sz="2400" strike="noStrike" u="none">
                <a:solidFill>
                  <a:srgbClr val="ffffff"/>
                </a:solidFill>
                <a:effectLst/>
                <a:uFillTx/>
                <a:latin typeface="Noto Sans"/>
              </a:rPr>
              <a:t>Третий уровень структуры</a:t>
            </a:r>
            <a:endParaRPr b="0" lang="ru-RU" sz="2400" strike="noStrike" u="none">
              <a:solidFill>
                <a:srgbClr val="ffffff"/>
              </a:solidFill>
              <a:effectLst/>
              <a:uFillTx/>
              <a:latin typeface="Noto Sans"/>
            </a:endParaRPr>
          </a:p>
          <a:p>
            <a:pPr lvl="3" marL="1728000" indent="-216000">
              <a:spcBef>
                <a:spcPts val="567"/>
              </a:spcBef>
              <a:buClr>
                <a:srgbClr val="ffffff"/>
              </a:buClr>
              <a:buSzPct val="75000"/>
              <a:buFont typeface="Symbol" charset="2"/>
              <a:buChar char=""/>
            </a:pPr>
            <a:r>
              <a:rPr b="0" lang="ru-RU" sz="2000" strike="noStrike" u="none">
                <a:solidFill>
                  <a:srgbClr val="ffffff"/>
                </a:solidFill>
                <a:effectLst/>
                <a:uFillTx/>
                <a:latin typeface="Noto Sans"/>
              </a:rPr>
              <a:t>Четвёртый уровень структуры</a:t>
            </a:r>
            <a:endParaRPr b="0" lang="ru-RU" sz="2000" strike="noStrike" u="none">
              <a:solidFill>
                <a:srgbClr val="ffffff"/>
              </a:solidFill>
              <a:effectLst/>
              <a:uFillTx/>
              <a:latin typeface="Noto Sans"/>
            </a:endParaRPr>
          </a:p>
          <a:p>
            <a:pPr lvl="4" marL="2160000" indent="-216000">
              <a:spcBef>
                <a:spcPts val="283"/>
              </a:spcBef>
              <a:buClr>
                <a:srgbClr val="ffffff"/>
              </a:buClr>
              <a:buSzPct val="45000"/>
              <a:buFont typeface="Wingdings" charset="2"/>
              <a:buChar char=""/>
            </a:pPr>
            <a:r>
              <a:rPr b="0" lang="ru-RU" sz="2000" strike="noStrike" u="none">
                <a:solidFill>
                  <a:srgbClr val="ffffff"/>
                </a:solidFill>
                <a:effectLst/>
                <a:uFillTx/>
                <a:latin typeface="Noto Sans"/>
              </a:rPr>
              <a:t>Пятый уровень структуры</a:t>
            </a:r>
            <a:endParaRPr b="0" lang="ru-RU" sz="2000" strike="noStrike" u="none">
              <a:solidFill>
                <a:srgbClr val="ffffff"/>
              </a:solidFill>
              <a:effectLst/>
              <a:uFillTx/>
              <a:latin typeface="Noto Sans"/>
            </a:endParaRPr>
          </a:p>
          <a:p>
            <a:pPr lvl="5" marL="2592000" indent="-216000">
              <a:spcBef>
                <a:spcPts val="283"/>
              </a:spcBef>
              <a:buClr>
                <a:srgbClr val="ffffff"/>
              </a:buClr>
              <a:buSzPct val="45000"/>
              <a:buFont typeface="Wingdings" charset="2"/>
              <a:buChar char=""/>
            </a:pPr>
            <a:r>
              <a:rPr b="0" lang="ru-RU" sz="2000" strike="noStrike" u="none">
                <a:solidFill>
                  <a:srgbClr val="ffffff"/>
                </a:solidFill>
                <a:effectLst/>
                <a:uFillTx/>
                <a:latin typeface="Noto Sans"/>
              </a:rPr>
              <a:t>Шестой уровень структуры</a:t>
            </a:r>
            <a:endParaRPr b="0" lang="ru-RU" sz="2000" strike="noStrike" u="none">
              <a:solidFill>
                <a:srgbClr val="ffffff"/>
              </a:solidFill>
              <a:effectLst/>
              <a:uFillTx/>
              <a:latin typeface="Noto Sans"/>
            </a:endParaRPr>
          </a:p>
          <a:p>
            <a:pPr lvl="6" marL="3024000" indent="-216000">
              <a:spcBef>
                <a:spcPts val="283"/>
              </a:spcBef>
              <a:buClr>
                <a:srgbClr val="ffffff"/>
              </a:buClr>
              <a:buSzPct val="45000"/>
              <a:buFont typeface="Wingdings" charset="2"/>
              <a:buChar char=""/>
            </a:pPr>
            <a:r>
              <a:rPr b="0" lang="ru-RU" sz="2000" strike="noStrike" u="none">
                <a:solidFill>
                  <a:srgbClr val="ffffff"/>
                </a:solidFill>
                <a:effectLst/>
                <a:uFillTx/>
                <a:latin typeface="Noto Sans"/>
              </a:rPr>
              <a:t>Седьмой уровень структуры</a:t>
            </a:r>
            <a:endParaRPr b="0" lang="ru-RU" sz="2000" strike="noStrike" u="none">
              <a:solidFill>
                <a:srgbClr val="ffffff"/>
              </a:solidFill>
              <a:effectLst/>
              <a:uFillTx/>
              <a:latin typeface="Noto Sans"/>
            </a:endParaRPr>
          </a:p>
        </p:txBody>
      </p:sp>
      <p:sp>
        <p:nvSpPr>
          <p:cNvPr id="8" name="PlaceHolder 3"/>
          <p:cNvSpPr>
            <a:spLocks noGrp="1"/>
          </p:cNvSpPr>
          <p:nvPr>
            <p:ph type="dt" idx="1"/>
          </p:nvPr>
        </p:nvSpPr>
        <p:spPr>
          <a:xfrm>
            <a:off x="504000" y="5328000"/>
            <a:ext cx="2347200" cy="242640"/>
          </a:xfrm>
          <a:prstGeom prst="rect">
            <a:avLst/>
          </a:prstGeom>
          <a:noFill/>
          <a:ln w="0">
            <a:noFill/>
          </a:ln>
        </p:spPr>
        <p:txBody>
          <a:bodyPr lIns="0" rIns="0" tIns="0" bIns="0" anchor="t">
            <a:spAutoFit/>
          </a:bodyPr>
          <a:lstStyle>
            <a:lvl1pPr indent="0">
              <a:buNone/>
              <a:defRPr b="0" lang="ru-RU" sz="1400" strike="noStrike" u="none">
                <a:solidFill>
                  <a:srgbClr val="ffffff"/>
                </a:solidFill>
                <a:effectLst/>
                <a:uFillTx/>
                <a:latin typeface="Noto Sans"/>
              </a:defRPr>
            </a:lvl1pPr>
          </a:lstStyle>
          <a:p>
            <a:pPr indent="0">
              <a:buNone/>
            </a:pPr>
            <a:r>
              <a:rPr b="0" lang="ru-RU" sz="1400" strike="noStrike" u="none">
                <a:solidFill>
                  <a:srgbClr val="ffffff"/>
                </a:solidFill>
                <a:effectLst/>
                <a:uFillTx/>
                <a:latin typeface="Noto Sans"/>
              </a:rPr>
              <a:t>&lt;дата/время&gt;</a:t>
            </a:r>
            <a:endParaRPr b="0" lang="ru-RU" sz="1400" strike="noStrike" u="none">
              <a:solidFill>
                <a:srgbClr val="000000"/>
              </a:solidFill>
              <a:effectLst/>
              <a:uFillTx/>
              <a:latin typeface="Noto Sans"/>
            </a:endParaRPr>
          </a:p>
        </p:txBody>
      </p:sp>
      <p:sp>
        <p:nvSpPr>
          <p:cNvPr id="9" name="PlaceHolder 4"/>
          <p:cNvSpPr>
            <a:spLocks noGrp="1"/>
          </p:cNvSpPr>
          <p:nvPr>
            <p:ph type="ftr" idx="2"/>
          </p:nvPr>
        </p:nvSpPr>
        <p:spPr>
          <a:xfrm>
            <a:off x="3420000" y="5328000"/>
            <a:ext cx="3240000" cy="242640"/>
          </a:xfrm>
          <a:prstGeom prst="rect">
            <a:avLst/>
          </a:prstGeom>
          <a:noFill/>
          <a:ln w="0">
            <a:noFill/>
          </a:ln>
        </p:spPr>
        <p:txBody>
          <a:bodyPr lIns="0" rIns="0" tIns="0" bIns="0" anchor="t">
            <a:spAutoFit/>
          </a:bodyPr>
          <a:lstStyle>
            <a:lvl1pPr indent="0" algn="ctr">
              <a:buNone/>
              <a:defRPr b="0" lang="ru-RU" sz="1400" strike="noStrike" u="none">
                <a:solidFill>
                  <a:srgbClr val="ffffff"/>
                </a:solidFill>
                <a:effectLst/>
                <a:uFillTx/>
                <a:latin typeface="Noto Sans"/>
              </a:defRPr>
            </a:lvl1pPr>
          </a:lstStyle>
          <a:p>
            <a:pPr indent="0" algn="ctr">
              <a:buNone/>
            </a:pPr>
            <a:r>
              <a:rPr b="0" lang="ru-RU" sz="1400" strike="noStrike" u="none">
                <a:solidFill>
                  <a:srgbClr val="ffffff"/>
                </a:solidFill>
                <a:effectLst/>
                <a:uFillTx/>
                <a:latin typeface="Noto Sans"/>
              </a:rPr>
              <a:t>&lt;нижний колонтитул&gt;</a:t>
            </a:r>
            <a:endParaRPr b="0" lang="ru-RU" sz="1400" strike="noStrike" u="none">
              <a:solidFill>
                <a:srgbClr val="ffffff"/>
              </a:solidFill>
              <a:effectLst/>
              <a:uFillTx/>
              <a:latin typeface="Noto Sans"/>
            </a:endParaRPr>
          </a:p>
        </p:txBody>
      </p:sp>
      <p:sp>
        <p:nvSpPr>
          <p:cNvPr id="10" name="PlaceHolder 5"/>
          <p:cNvSpPr>
            <a:spLocks noGrp="1"/>
          </p:cNvSpPr>
          <p:nvPr>
            <p:ph type="sldNum" idx="3"/>
          </p:nvPr>
        </p:nvSpPr>
        <p:spPr>
          <a:xfrm>
            <a:off x="7228800" y="5328000"/>
            <a:ext cx="2347200" cy="242640"/>
          </a:xfrm>
          <a:prstGeom prst="rect">
            <a:avLst/>
          </a:prstGeom>
          <a:noFill/>
          <a:ln w="0">
            <a:noFill/>
          </a:ln>
        </p:spPr>
        <p:txBody>
          <a:bodyPr lIns="0" rIns="0" tIns="0" bIns="0" anchor="t">
            <a:spAutoFit/>
          </a:bodyPr>
          <a:lstStyle>
            <a:lvl1pPr indent="0" algn="r">
              <a:buNone/>
              <a:defRPr b="0" lang="ru-RU" sz="1400" strike="noStrike" u="none">
                <a:solidFill>
                  <a:srgbClr val="ffffff"/>
                </a:solidFill>
                <a:effectLst/>
                <a:uFillTx/>
                <a:latin typeface="Noto Sans"/>
              </a:defRPr>
            </a:lvl1pPr>
          </a:lstStyle>
          <a:p>
            <a:pPr indent="0" algn="r">
              <a:buNone/>
            </a:pPr>
            <a:fld id="{D3174FC3-75BE-4AF3-B7AE-7EC94BF7A8BB}" type="slidenum">
              <a:rPr b="0" lang="ru-RU" sz="1400" strike="noStrike" u="none">
                <a:solidFill>
                  <a:srgbClr val="ffffff"/>
                </a:solidFill>
                <a:effectLst/>
                <a:uFillTx/>
                <a:latin typeface="Noto Sans"/>
              </a:rPr>
              <a:t>&lt;номер&gt;</a:t>
            </a:fld>
            <a:endParaRPr b="0" lang="ru-RU" sz="1400" strike="noStrike" u="none">
              <a:solidFill>
                <a:srgbClr val="000000"/>
              </a:solidFill>
              <a:effectLst/>
              <a:uFillTx/>
              <a:latin typeface="Noto San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wo Bullets">
    <p:spTree>
      <p:nvGrpSpPr>
        <p:cNvPr id="1" name=""/>
        <p:cNvGrpSpPr/>
        <p:nvPr/>
      </p:nvGrpSpPr>
      <p:grpSpPr>
        <a:xfrm>
          <a:off x="0" y="0"/>
          <a:ext cx="0" cy="0"/>
          <a:chOff x="0" y="0"/>
          <a:chExt cx="0" cy="0"/>
        </a:xfrm>
      </p:grpSpPr>
      <p:pic>
        <p:nvPicPr>
          <p:cNvPr id="11" name="" descr=""/>
          <p:cNvPicPr/>
          <p:nvPr/>
        </p:nvPicPr>
        <p:blipFill>
          <a:blip r:embed="rId2"/>
          <a:stretch/>
        </p:blipFill>
        <p:spPr>
          <a:xfrm>
            <a:off x="0" y="0"/>
            <a:ext cx="2467800" cy="5670000"/>
          </a:xfrm>
          <a:prstGeom prst="rect">
            <a:avLst/>
          </a:prstGeom>
          <a:noFill/>
          <a:ln w="0">
            <a:noFill/>
          </a:ln>
        </p:spPr>
      </p:pic>
      <p:sp>
        <p:nvSpPr>
          <p:cNvPr id="12" name="PlaceHolder 1"/>
          <p:cNvSpPr>
            <a:spLocks noGrp="1"/>
          </p:cNvSpPr>
          <p:nvPr>
            <p:ph type="title"/>
          </p:nvPr>
        </p:nvSpPr>
        <p:spPr>
          <a:xfrm>
            <a:off x="2520000" y="216000"/>
            <a:ext cx="7020000" cy="946080"/>
          </a:xfrm>
          <a:prstGeom prst="rect">
            <a:avLst/>
          </a:prstGeom>
          <a:noFill/>
          <a:ln w="0">
            <a:noFill/>
          </a:ln>
        </p:spPr>
        <p:txBody>
          <a:bodyPr lIns="0" rIns="0" tIns="0" bIns="0" anchor="ctr">
            <a:normAutofit fontScale="77500" lnSpcReduction="19999"/>
          </a:bodyPr>
          <a:p>
            <a:pPr indent="0" algn="ctr">
              <a:buNone/>
            </a:pPr>
            <a:r>
              <a:rPr b="1" lang="ru-RU" sz="4400" strike="noStrike" u="none">
                <a:solidFill>
                  <a:srgbClr val="0d84a1"/>
                </a:solidFill>
                <a:effectLst/>
                <a:uFillTx/>
                <a:latin typeface="Noto Sans"/>
              </a:rPr>
              <a:t>Для правки текста заглавия щёлкните мышью</a:t>
            </a:r>
            <a:endParaRPr b="1" lang="ru-RU" sz="4400" strike="noStrike" u="none">
              <a:solidFill>
                <a:srgbClr val="0d84a1"/>
              </a:solidFill>
              <a:effectLst/>
              <a:uFillTx/>
              <a:latin typeface="Noto Sans"/>
            </a:endParaRPr>
          </a:p>
        </p:txBody>
      </p:sp>
      <p:sp>
        <p:nvSpPr>
          <p:cNvPr id="13" name="PlaceHolder 2"/>
          <p:cNvSpPr>
            <a:spLocks noGrp="1"/>
          </p:cNvSpPr>
          <p:nvPr>
            <p:ph type="body"/>
          </p:nvPr>
        </p:nvSpPr>
        <p:spPr>
          <a:xfrm>
            <a:off x="2520000" y="1326600"/>
            <a:ext cx="7020000" cy="3287520"/>
          </a:xfrm>
          <a:prstGeom prst="rect">
            <a:avLst/>
          </a:prstGeom>
          <a:noFill/>
          <a:ln w="0">
            <a:noFill/>
          </a:ln>
        </p:spPr>
        <p:txBody>
          <a:bodyPr lIns="0" rIns="0" tIns="0" bIns="0" anchor="t">
            <a:normAutofit fontScale="92500" lnSpcReduction="9999"/>
          </a:bodyPr>
          <a:p>
            <a:pPr marL="432000" indent="-324000">
              <a:spcBef>
                <a:spcPts val="1417"/>
              </a:spcBef>
              <a:buClr>
                <a:srgbClr val="666666"/>
              </a:buClr>
              <a:buSzPct val="45000"/>
              <a:buFont typeface="Wingdings" charset="2"/>
              <a:buChar char=""/>
            </a:pPr>
            <a:r>
              <a:rPr b="0" lang="ru-RU" sz="3200" strike="noStrike" u="none">
                <a:solidFill>
                  <a:srgbClr val="666666"/>
                </a:solidFill>
                <a:effectLst/>
                <a:uFillTx/>
                <a:latin typeface="Noto Sans"/>
              </a:rPr>
              <a:t>Для правки структуры щёлкните мышью</a:t>
            </a:r>
            <a:endParaRPr b="0" lang="ru-RU" sz="3200" strike="noStrike" u="none">
              <a:solidFill>
                <a:srgbClr val="666666"/>
              </a:solidFill>
              <a:effectLst/>
              <a:uFillTx/>
              <a:latin typeface="Noto Sans"/>
            </a:endParaRPr>
          </a:p>
          <a:p>
            <a:pPr lvl="1" marL="864000" indent="-324000">
              <a:spcBef>
                <a:spcPts val="1134"/>
              </a:spcBef>
              <a:buClr>
                <a:srgbClr val="666666"/>
              </a:buClr>
              <a:buSzPct val="75000"/>
              <a:buFont typeface="Symbol" charset="2"/>
              <a:buChar char=""/>
            </a:pPr>
            <a:r>
              <a:rPr b="0" lang="ru-RU" sz="2800" strike="noStrike" u="none">
                <a:solidFill>
                  <a:srgbClr val="666666"/>
                </a:solidFill>
                <a:effectLst/>
                <a:uFillTx/>
                <a:latin typeface="Noto Sans"/>
              </a:rPr>
              <a:t>Второй уровень структуры</a:t>
            </a:r>
            <a:endParaRPr b="0" lang="ru-RU" sz="2800" strike="noStrike" u="none">
              <a:solidFill>
                <a:srgbClr val="666666"/>
              </a:solidFill>
              <a:effectLst/>
              <a:uFillTx/>
              <a:latin typeface="Noto Sans"/>
            </a:endParaRPr>
          </a:p>
          <a:p>
            <a:pPr lvl="2" marL="1296000" indent="-288000">
              <a:spcBef>
                <a:spcPts val="850"/>
              </a:spcBef>
              <a:buClr>
                <a:srgbClr val="666666"/>
              </a:buClr>
              <a:buSzPct val="45000"/>
              <a:buFont typeface="Wingdings" charset="2"/>
              <a:buChar char=""/>
            </a:pPr>
            <a:r>
              <a:rPr b="0" lang="ru-RU" sz="2400" strike="noStrike" u="none">
                <a:solidFill>
                  <a:srgbClr val="666666"/>
                </a:solidFill>
                <a:effectLst/>
                <a:uFillTx/>
                <a:latin typeface="Noto Sans"/>
              </a:rPr>
              <a:t>Третий уровень структуры</a:t>
            </a:r>
            <a:endParaRPr b="0" lang="ru-RU" sz="2400" strike="noStrike" u="none">
              <a:solidFill>
                <a:srgbClr val="666666"/>
              </a:solidFill>
              <a:effectLst/>
              <a:uFillTx/>
              <a:latin typeface="Noto Sans"/>
            </a:endParaRPr>
          </a:p>
          <a:p>
            <a:pPr lvl="3" marL="1728000" indent="-216000">
              <a:spcBef>
                <a:spcPts val="567"/>
              </a:spcBef>
              <a:buClr>
                <a:srgbClr val="666666"/>
              </a:buClr>
              <a:buSzPct val="75000"/>
              <a:buFont typeface="Symbol" charset="2"/>
              <a:buChar char=""/>
            </a:pPr>
            <a:r>
              <a:rPr b="0" lang="ru-RU" sz="2000" strike="noStrike" u="none">
                <a:solidFill>
                  <a:srgbClr val="666666"/>
                </a:solidFill>
                <a:effectLst/>
                <a:uFillTx/>
                <a:latin typeface="Noto Sans"/>
              </a:rPr>
              <a:t>Четвёртый уровень структуры</a:t>
            </a:r>
            <a:endParaRPr b="0" lang="ru-RU" sz="2000" strike="noStrike" u="none">
              <a:solidFill>
                <a:srgbClr val="666666"/>
              </a:solidFill>
              <a:effectLst/>
              <a:uFillTx/>
              <a:latin typeface="Noto Sans"/>
            </a:endParaRPr>
          </a:p>
          <a:p>
            <a:pPr lvl="4" marL="2160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Пятый уровень структуры</a:t>
            </a:r>
            <a:endParaRPr b="0" lang="ru-RU" sz="2000" strike="noStrike" u="none">
              <a:solidFill>
                <a:srgbClr val="666666"/>
              </a:solidFill>
              <a:effectLst/>
              <a:uFillTx/>
              <a:latin typeface="Noto Sans"/>
            </a:endParaRPr>
          </a:p>
          <a:p>
            <a:pPr lvl="5" marL="2592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Шестой уровень структуры</a:t>
            </a:r>
            <a:endParaRPr b="0" lang="ru-RU" sz="2000" strike="noStrike" u="none">
              <a:solidFill>
                <a:srgbClr val="666666"/>
              </a:solidFill>
              <a:effectLst/>
              <a:uFillTx/>
              <a:latin typeface="Noto Sans"/>
            </a:endParaRPr>
          </a:p>
          <a:p>
            <a:pPr lvl="6" marL="3024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Седьмой уровень структуры</a:t>
            </a:r>
            <a:endParaRPr b="0" lang="ru-RU" sz="2000" strike="noStrike" u="none">
              <a:solidFill>
                <a:srgbClr val="666666"/>
              </a:solidFill>
              <a:effectLst/>
              <a:uFillTx/>
              <a:latin typeface="Noto Sans"/>
            </a:endParaRPr>
          </a:p>
        </p:txBody>
      </p:sp>
      <p:sp>
        <p:nvSpPr>
          <p:cNvPr id="14" name="PlaceHolder 3"/>
          <p:cNvSpPr>
            <a:spLocks noGrp="1"/>
          </p:cNvSpPr>
          <p:nvPr>
            <p:ph type="dt" idx="4"/>
          </p:nvPr>
        </p:nvSpPr>
        <p:spPr>
          <a:xfrm>
            <a:off x="504000" y="5328000"/>
            <a:ext cx="2347200" cy="242640"/>
          </a:xfrm>
          <a:prstGeom prst="rect">
            <a:avLst/>
          </a:prstGeom>
          <a:noFill/>
          <a:ln w="0">
            <a:noFill/>
          </a:ln>
        </p:spPr>
        <p:txBody>
          <a:bodyPr lIns="0" rIns="0" tIns="0" bIns="0" anchor="t">
            <a:spAutoFit/>
          </a:bodyPr>
          <a:lstStyle>
            <a:lvl1pPr indent="0">
              <a:buNone/>
              <a:defRPr b="0" lang="ru-RU" sz="1400" strike="noStrike" u="none">
                <a:solidFill>
                  <a:srgbClr val="ffffff"/>
                </a:solidFill>
                <a:effectLst/>
                <a:uFillTx/>
                <a:latin typeface="Noto Sans"/>
              </a:defRPr>
            </a:lvl1pPr>
          </a:lstStyle>
          <a:p>
            <a:pPr indent="0">
              <a:buNone/>
            </a:pPr>
            <a:r>
              <a:rPr b="0" lang="ru-RU" sz="1400" strike="noStrike" u="none">
                <a:solidFill>
                  <a:srgbClr val="ffffff"/>
                </a:solidFill>
                <a:effectLst/>
                <a:uFillTx/>
                <a:latin typeface="Noto Sans"/>
              </a:rPr>
              <a:t>&lt;дата/время&gt;</a:t>
            </a:r>
            <a:endParaRPr b="0" lang="ru-RU" sz="1400" strike="noStrike" u="none">
              <a:solidFill>
                <a:srgbClr val="000000"/>
              </a:solidFill>
              <a:effectLst/>
              <a:uFillTx/>
              <a:latin typeface="Noto Sans"/>
            </a:endParaRPr>
          </a:p>
        </p:txBody>
      </p:sp>
      <p:sp>
        <p:nvSpPr>
          <p:cNvPr id="15" name="PlaceHolder 4"/>
          <p:cNvSpPr>
            <a:spLocks noGrp="1"/>
          </p:cNvSpPr>
          <p:nvPr>
            <p:ph type="ftr" idx="5"/>
          </p:nvPr>
        </p:nvSpPr>
        <p:spPr>
          <a:xfrm>
            <a:off x="3420000" y="5328000"/>
            <a:ext cx="3240000" cy="242640"/>
          </a:xfrm>
          <a:prstGeom prst="rect">
            <a:avLst/>
          </a:prstGeom>
          <a:noFill/>
          <a:ln w="0">
            <a:noFill/>
          </a:ln>
        </p:spPr>
        <p:txBody>
          <a:bodyPr lIns="0" rIns="0" tIns="0" bIns="0" anchor="t">
            <a:spAutoFit/>
          </a:bodyPr>
          <a:lstStyle>
            <a:lvl1pPr indent="0" algn="ctr">
              <a:buNone/>
              <a:defRPr b="0" lang="ru-RU" sz="1400" strike="noStrike" u="none">
                <a:solidFill>
                  <a:srgbClr val="000000"/>
                </a:solidFill>
                <a:effectLst/>
                <a:uFillTx/>
                <a:latin typeface="Noto Sans"/>
              </a:defRPr>
            </a:lvl1pPr>
          </a:lstStyle>
          <a:p>
            <a:pPr indent="0" algn="ctr">
              <a:buNone/>
            </a:pPr>
            <a:r>
              <a:rPr b="0" lang="ru-RU" sz="1400" strike="noStrike" u="none">
                <a:solidFill>
                  <a:srgbClr val="000000"/>
                </a:solidFill>
                <a:effectLst/>
                <a:uFillTx/>
                <a:latin typeface="Noto Sans"/>
              </a:rPr>
              <a:t>&lt;нижний колонтитул&gt;</a:t>
            </a:r>
            <a:endParaRPr b="0" lang="ru-RU" sz="1400" strike="noStrike" u="none">
              <a:solidFill>
                <a:srgbClr val="000000"/>
              </a:solidFill>
              <a:effectLst/>
              <a:uFillTx/>
              <a:latin typeface="Noto Sans"/>
            </a:endParaRPr>
          </a:p>
        </p:txBody>
      </p:sp>
      <p:sp>
        <p:nvSpPr>
          <p:cNvPr id="16" name="PlaceHolder 5"/>
          <p:cNvSpPr>
            <a:spLocks noGrp="1"/>
          </p:cNvSpPr>
          <p:nvPr>
            <p:ph type="sldNum" idx="6"/>
          </p:nvPr>
        </p:nvSpPr>
        <p:spPr>
          <a:xfrm>
            <a:off x="7228800" y="5328000"/>
            <a:ext cx="2347200" cy="242640"/>
          </a:xfrm>
          <a:prstGeom prst="rect">
            <a:avLst/>
          </a:prstGeom>
          <a:noFill/>
          <a:ln w="0">
            <a:noFill/>
          </a:ln>
        </p:spPr>
        <p:txBody>
          <a:bodyPr lIns="0" rIns="0" tIns="0" bIns="0" anchor="t">
            <a:spAutoFit/>
          </a:bodyPr>
          <a:lstStyle>
            <a:lvl1pPr indent="0" algn="r">
              <a:buNone/>
              <a:defRPr b="0" lang="ru-RU" sz="1400" strike="noStrike" u="none">
                <a:solidFill>
                  <a:srgbClr val="000000"/>
                </a:solidFill>
                <a:effectLst/>
                <a:uFillTx/>
                <a:latin typeface="Noto Sans"/>
              </a:defRPr>
            </a:lvl1pPr>
          </a:lstStyle>
          <a:p>
            <a:pPr indent="0" algn="r">
              <a:buNone/>
            </a:pPr>
            <a:fld id="{4D3C8C35-326D-474D-BE23-90269B7E05A6}" type="slidenum">
              <a:rPr b="0" lang="ru-RU" sz="1400" strike="noStrike" u="none">
                <a:solidFill>
                  <a:srgbClr val="000000"/>
                </a:solidFill>
                <a:effectLst/>
                <a:uFillTx/>
                <a:latin typeface="Noto Sans"/>
              </a:rPr>
              <a:t>&lt;номер&gt;</a:t>
            </a:fld>
            <a:endParaRPr b="0" lang="ru-RU" sz="1400" strike="noStrike" u="none">
              <a:solidFill>
                <a:srgbClr val="000000"/>
              </a:solidFill>
              <a:effectLst/>
              <a:uFillTx/>
              <a:latin typeface="Noto Sans"/>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hree Bullets">
    <p:spTree>
      <p:nvGrpSpPr>
        <p:cNvPr id="1" name=""/>
        <p:cNvGrpSpPr/>
        <p:nvPr/>
      </p:nvGrpSpPr>
      <p:grpSpPr>
        <a:xfrm>
          <a:off x="0" y="0"/>
          <a:ext cx="0" cy="0"/>
          <a:chOff x="0" y="0"/>
          <a:chExt cx="0" cy="0"/>
        </a:xfrm>
      </p:grpSpPr>
      <p:pic>
        <p:nvPicPr>
          <p:cNvPr id="17" name="" descr=""/>
          <p:cNvPicPr/>
          <p:nvPr/>
        </p:nvPicPr>
        <p:blipFill>
          <a:blip r:embed="rId2"/>
          <a:stretch/>
        </p:blipFill>
        <p:spPr>
          <a:xfrm flipH="1" rot="16200000">
            <a:off x="3805920" y="-3805920"/>
            <a:ext cx="2468160" cy="10080000"/>
          </a:xfrm>
          <a:prstGeom prst="rect">
            <a:avLst/>
          </a:prstGeom>
          <a:noFill/>
          <a:ln w="0">
            <a:noFill/>
          </a:ln>
        </p:spPr>
      </p:pic>
      <p:sp>
        <p:nvSpPr>
          <p:cNvPr id="18" name="PlaceHolder 1"/>
          <p:cNvSpPr>
            <a:spLocks noGrp="1"/>
          </p:cNvSpPr>
          <p:nvPr>
            <p:ph type="title"/>
          </p:nvPr>
        </p:nvSpPr>
        <p:spPr>
          <a:xfrm>
            <a:off x="504000" y="324000"/>
            <a:ext cx="9072000" cy="1800000"/>
          </a:xfrm>
          <a:prstGeom prst="rect">
            <a:avLst/>
          </a:prstGeom>
          <a:noFill/>
          <a:ln w="0">
            <a:noFill/>
          </a:ln>
        </p:spPr>
        <p:txBody>
          <a:bodyPr lIns="0" rIns="0" tIns="0" bIns="0" anchor="ctr">
            <a:normAutofit fontScale="62500" lnSpcReduction="19999"/>
          </a:bodyPr>
          <a:p>
            <a:pPr indent="0" algn="ctr">
              <a:buNone/>
            </a:pPr>
            <a:r>
              <a:rPr b="1" lang="ru-RU" sz="7200" strike="noStrike" u="none">
                <a:solidFill>
                  <a:srgbClr val="ffffff"/>
                </a:solidFill>
                <a:effectLst/>
                <a:uFillTx/>
                <a:latin typeface="Noto Sans"/>
              </a:rPr>
              <a:t>Для правки текста заглавия щёлкните мышью</a:t>
            </a:r>
            <a:endParaRPr b="1" lang="ru-RU" sz="7200" strike="noStrike" u="none">
              <a:solidFill>
                <a:srgbClr val="ffffff"/>
              </a:solidFill>
              <a:effectLst/>
              <a:uFillTx/>
              <a:latin typeface="Noto Sans"/>
            </a:endParaRPr>
          </a:p>
        </p:txBody>
      </p:sp>
      <p:sp>
        <p:nvSpPr>
          <p:cNvPr id="19" name="PlaceHolder 2"/>
          <p:cNvSpPr>
            <a:spLocks noGrp="1"/>
          </p:cNvSpPr>
          <p:nvPr>
            <p:ph type="body"/>
          </p:nvPr>
        </p:nvSpPr>
        <p:spPr>
          <a:xfrm>
            <a:off x="504000" y="2520000"/>
            <a:ext cx="9072000" cy="2520000"/>
          </a:xfrm>
          <a:prstGeom prst="rect">
            <a:avLst/>
          </a:prstGeom>
          <a:noFill/>
          <a:ln w="0">
            <a:noFill/>
          </a:ln>
        </p:spPr>
        <p:txBody>
          <a:bodyPr lIns="0" rIns="0" tIns="0" bIns="0" anchor="t">
            <a:normAutofit fontScale="85000" lnSpcReduction="19999"/>
          </a:bodyPr>
          <a:p>
            <a:pPr marL="432000" indent="-324000">
              <a:spcBef>
                <a:spcPts val="1417"/>
              </a:spcBef>
              <a:buClr>
                <a:srgbClr val="666666"/>
              </a:buClr>
              <a:buSzPct val="45000"/>
              <a:buFont typeface="Wingdings" charset="2"/>
              <a:buChar char=""/>
            </a:pPr>
            <a:r>
              <a:rPr b="0" lang="ru-RU" sz="3200" strike="noStrike" u="none">
                <a:solidFill>
                  <a:srgbClr val="666666"/>
                </a:solidFill>
                <a:effectLst/>
                <a:uFillTx/>
                <a:latin typeface="Noto Sans"/>
              </a:rPr>
              <a:t>Для правки структуры щёлкните мышью</a:t>
            </a:r>
            <a:endParaRPr b="0" lang="ru-RU" sz="3200" strike="noStrike" u="none">
              <a:solidFill>
                <a:srgbClr val="666666"/>
              </a:solidFill>
              <a:effectLst/>
              <a:uFillTx/>
              <a:latin typeface="Noto Sans"/>
            </a:endParaRPr>
          </a:p>
          <a:p>
            <a:pPr lvl="1" marL="864000" indent="-324000">
              <a:spcBef>
                <a:spcPts val="1134"/>
              </a:spcBef>
              <a:buClr>
                <a:srgbClr val="666666"/>
              </a:buClr>
              <a:buSzPct val="75000"/>
              <a:buFont typeface="Symbol" charset="2"/>
              <a:buChar char=""/>
            </a:pPr>
            <a:r>
              <a:rPr b="0" lang="ru-RU" sz="2800" strike="noStrike" u="none">
                <a:solidFill>
                  <a:srgbClr val="666666"/>
                </a:solidFill>
                <a:effectLst/>
                <a:uFillTx/>
                <a:latin typeface="Noto Sans"/>
              </a:rPr>
              <a:t>Второй уровень структуры</a:t>
            </a:r>
            <a:endParaRPr b="0" lang="ru-RU" sz="2800" strike="noStrike" u="none">
              <a:solidFill>
                <a:srgbClr val="666666"/>
              </a:solidFill>
              <a:effectLst/>
              <a:uFillTx/>
              <a:latin typeface="Noto Sans"/>
            </a:endParaRPr>
          </a:p>
          <a:p>
            <a:pPr lvl="2" marL="1296000" indent="-288000">
              <a:spcBef>
                <a:spcPts val="850"/>
              </a:spcBef>
              <a:buClr>
                <a:srgbClr val="666666"/>
              </a:buClr>
              <a:buSzPct val="45000"/>
              <a:buFont typeface="Wingdings" charset="2"/>
              <a:buChar char=""/>
            </a:pPr>
            <a:r>
              <a:rPr b="0" lang="ru-RU" sz="2400" strike="noStrike" u="none">
                <a:solidFill>
                  <a:srgbClr val="666666"/>
                </a:solidFill>
                <a:effectLst/>
                <a:uFillTx/>
                <a:latin typeface="Noto Sans"/>
              </a:rPr>
              <a:t>Третий уровень структуры</a:t>
            </a:r>
            <a:endParaRPr b="0" lang="ru-RU" sz="2400" strike="noStrike" u="none">
              <a:solidFill>
                <a:srgbClr val="666666"/>
              </a:solidFill>
              <a:effectLst/>
              <a:uFillTx/>
              <a:latin typeface="Noto Sans"/>
            </a:endParaRPr>
          </a:p>
          <a:p>
            <a:pPr lvl="3" marL="1728000" indent="-216000">
              <a:spcBef>
                <a:spcPts val="567"/>
              </a:spcBef>
              <a:buClr>
                <a:srgbClr val="666666"/>
              </a:buClr>
              <a:buSzPct val="75000"/>
              <a:buFont typeface="Symbol" charset="2"/>
              <a:buChar char=""/>
            </a:pPr>
            <a:r>
              <a:rPr b="0" lang="ru-RU" sz="2000" strike="noStrike" u="none">
                <a:solidFill>
                  <a:srgbClr val="666666"/>
                </a:solidFill>
                <a:effectLst/>
                <a:uFillTx/>
                <a:latin typeface="Noto Sans"/>
              </a:rPr>
              <a:t>Четвёртый уровень структуры</a:t>
            </a:r>
            <a:endParaRPr b="0" lang="ru-RU" sz="2000" strike="noStrike" u="none">
              <a:solidFill>
                <a:srgbClr val="666666"/>
              </a:solidFill>
              <a:effectLst/>
              <a:uFillTx/>
              <a:latin typeface="Noto Sans"/>
            </a:endParaRPr>
          </a:p>
          <a:p>
            <a:pPr lvl="4" marL="2160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Пятый уровень структуры</a:t>
            </a:r>
            <a:endParaRPr b="0" lang="ru-RU" sz="2000" strike="noStrike" u="none">
              <a:solidFill>
                <a:srgbClr val="666666"/>
              </a:solidFill>
              <a:effectLst/>
              <a:uFillTx/>
              <a:latin typeface="Noto Sans"/>
            </a:endParaRPr>
          </a:p>
          <a:p>
            <a:pPr lvl="5" marL="2592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Шестой уровень структуры</a:t>
            </a:r>
            <a:endParaRPr b="0" lang="ru-RU" sz="2000" strike="noStrike" u="none">
              <a:solidFill>
                <a:srgbClr val="666666"/>
              </a:solidFill>
              <a:effectLst/>
              <a:uFillTx/>
              <a:latin typeface="Noto Sans"/>
            </a:endParaRPr>
          </a:p>
          <a:p>
            <a:pPr lvl="6" marL="3024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Седьмой уровень структуры</a:t>
            </a:r>
            <a:endParaRPr b="0" lang="ru-RU" sz="2000" strike="noStrike" u="none">
              <a:solidFill>
                <a:srgbClr val="666666"/>
              </a:solidFill>
              <a:effectLst/>
              <a:uFillTx/>
              <a:latin typeface="Noto Sans"/>
            </a:endParaRPr>
          </a:p>
        </p:txBody>
      </p:sp>
      <p:sp>
        <p:nvSpPr>
          <p:cNvPr id="20" name="PlaceHolder 3"/>
          <p:cNvSpPr>
            <a:spLocks noGrp="1"/>
          </p:cNvSpPr>
          <p:nvPr>
            <p:ph type="dt" idx="7"/>
          </p:nvPr>
        </p:nvSpPr>
        <p:spPr>
          <a:xfrm>
            <a:off x="504000" y="5328000"/>
            <a:ext cx="2347200" cy="242640"/>
          </a:xfrm>
          <a:prstGeom prst="rect">
            <a:avLst/>
          </a:prstGeom>
          <a:noFill/>
          <a:ln w="0">
            <a:noFill/>
          </a:ln>
        </p:spPr>
        <p:txBody>
          <a:bodyPr lIns="0" rIns="0" tIns="0" bIns="0" anchor="t">
            <a:spAutoFit/>
          </a:bodyPr>
          <a:lstStyle>
            <a:lvl1pPr indent="0">
              <a:buNone/>
              <a:defRPr b="0" lang="ru-RU" sz="1400" strike="noStrike" u="none">
                <a:solidFill>
                  <a:srgbClr val="000000"/>
                </a:solidFill>
                <a:effectLst/>
                <a:uFillTx/>
                <a:latin typeface="Noto Sans"/>
              </a:defRPr>
            </a:lvl1pPr>
          </a:lstStyle>
          <a:p>
            <a:pPr indent="0">
              <a:buNone/>
            </a:pPr>
            <a:r>
              <a:rPr b="0" lang="ru-RU" sz="1400" strike="noStrike" u="none">
                <a:solidFill>
                  <a:srgbClr val="000000"/>
                </a:solidFill>
                <a:effectLst/>
                <a:uFillTx/>
                <a:latin typeface="Noto Sans"/>
              </a:rPr>
              <a:t>&lt;дата/время&gt;</a:t>
            </a:r>
            <a:endParaRPr b="0" lang="ru-RU" sz="1400" strike="noStrike" u="none">
              <a:solidFill>
                <a:srgbClr val="000000"/>
              </a:solidFill>
              <a:effectLst/>
              <a:uFillTx/>
              <a:latin typeface="Noto Sans"/>
            </a:endParaRPr>
          </a:p>
        </p:txBody>
      </p:sp>
      <p:sp>
        <p:nvSpPr>
          <p:cNvPr id="21" name="PlaceHolder 4"/>
          <p:cNvSpPr>
            <a:spLocks noGrp="1"/>
          </p:cNvSpPr>
          <p:nvPr>
            <p:ph type="ftr" idx="8"/>
          </p:nvPr>
        </p:nvSpPr>
        <p:spPr>
          <a:xfrm>
            <a:off x="3420000" y="5328000"/>
            <a:ext cx="3240000" cy="242640"/>
          </a:xfrm>
          <a:prstGeom prst="rect">
            <a:avLst/>
          </a:prstGeom>
          <a:noFill/>
          <a:ln w="0">
            <a:noFill/>
          </a:ln>
        </p:spPr>
        <p:txBody>
          <a:bodyPr lIns="0" rIns="0" tIns="0" bIns="0" anchor="t">
            <a:spAutoFit/>
          </a:bodyPr>
          <a:lstStyle>
            <a:lvl1pPr indent="0" algn="ctr">
              <a:buNone/>
              <a:defRPr b="0" lang="ru-RU" sz="1400" strike="noStrike" u="none">
                <a:solidFill>
                  <a:srgbClr val="000000"/>
                </a:solidFill>
                <a:effectLst/>
                <a:uFillTx/>
                <a:latin typeface="Noto Sans"/>
              </a:defRPr>
            </a:lvl1pPr>
          </a:lstStyle>
          <a:p>
            <a:pPr indent="0" algn="ctr">
              <a:buNone/>
            </a:pPr>
            <a:r>
              <a:rPr b="0" lang="ru-RU" sz="1400" strike="noStrike" u="none">
                <a:solidFill>
                  <a:srgbClr val="000000"/>
                </a:solidFill>
                <a:effectLst/>
                <a:uFillTx/>
                <a:latin typeface="Noto Sans"/>
              </a:rPr>
              <a:t>&lt;нижний колонтитул&gt;</a:t>
            </a:r>
            <a:endParaRPr b="0" lang="ru-RU" sz="1400" strike="noStrike" u="none">
              <a:solidFill>
                <a:srgbClr val="000000"/>
              </a:solidFill>
              <a:effectLst/>
              <a:uFillTx/>
              <a:latin typeface="Noto Sans"/>
            </a:endParaRPr>
          </a:p>
        </p:txBody>
      </p:sp>
      <p:sp>
        <p:nvSpPr>
          <p:cNvPr id="22" name="PlaceHolder 5"/>
          <p:cNvSpPr>
            <a:spLocks noGrp="1"/>
          </p:cNvSpPr>
          <p:nvPr>
            <p:ph type="sldNum" idx="9"/>
          </p:nvPr>
        </p:nvSpPr>
        <p:spPr>
          <a:xfrm>
            <a:off x="7228800" y="5328000"/>
            <a:ext cx="2347200" cy="242640"/>
          </a:xfrm>
          <a:prstGeom prst="rect">
            <a:avLst/>
          </a:prstGeom>
          <a:noFill/>
          <a:ln w="0">
            <a:noFill/>
          </a:ln>
        </p:spPr>
        <p:txBody>
          <a:bodyPr lIns="0" rIns="0" tIns="0" bIns="0" anchor="t">
            <a:spAutoFit/>
          </a:bodyPr>
          <a:lstStyle>
            <a:lvl1pPr indent="0" algn="r">
              <a:buNone/>
              <a:defRPr b="0" lang="ru-RU" sz="1400" strike="noStrike" u="none">
                <a:solidFill>
                  <a:srgbClr val="000000"/>
                </a:solidFill>
                <a:effectLst/>
                <a:uFillTx/>
                <a:latin typeface="Noto Sans"/>
              </a:defRPr>
            </a:lvl1pPr>
          </a:lstStyle>
          <a:p>
            <a:pPr indent="0" algn="r">
              <a:buNone/>
            </a:pPr>
            <a:fld id="{3F8D1C93-0FC9-43DB-9237-1E7B130696D0}" type="slidenum">
              <a:rPr b="0" lang="ru-RU" sz="1400" strike="noStrike" u="none">
                <a:solidFill>
                  <a:srgbClr val="000000"/>
                </a:solidFill>
                <a:effectLst/>
                <a:uFillTx/>
                <a:latin typeface="Noto Sans"/>
              </a:rPr>
              <a:t>&lt;номер&gt;</a:t>
            </a:fld>
            <a:endParaRPr b="0" lang="ru-RU" sz="1400" strike="noStrike" u="none">
              <a:solidFill>
                <a:srgbClr val="000000"/>
              </a:solidFill>
              <a:effectLst/>
              <a:uFillTx/>
              <a:latin typeface="Noto San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our Bullets">
    <p:spTree>
      <p:nvGrpSpPr>
        <p:cNvPr id="1" name=""/>
        <p:cNvGrpSpPr/>
        <p:nvPr/>
      </p:nvGrpSpPr>
      <p:grpSpPr>
        <a:xfrm>
          <a:off x="0" y="0"/>
          <a:ext cx="0" cy="0"/>
          <a:chOff x="0" y="0"/>
          <a:chExt cx="0" cy="0"/>
        </a:xfrm>
      </p:grpSpPr>
      <p:pic>
        <p:nvPicPr>
          <p:cNvPr id="23" name="" descr=""/>
          <p:cNvPicPr/>
          <p:nvPr/>
        </p:nvPicPr>
        <p:blipFill>
          <a:blip r:embed="rId2"/>
          <a:stretch/>
        </p:blipFill>
        <p:spPr>
          <a:xfrm>
            <a:off x="5976000" y="3475440"/>
            <a:ext cx="4104000" cy="2193840"/>
          </a:xfrm>
          <a:prstGeom prst="rect">
            <a:avLst/>
          </a:prstGeom>
          <a:noFill/>
          <a:ln w="0">
            <a:noFill/>
          </a:ln>
        </p:spPr>
      </p:pic>
      <p:pic>
        <p:nvPicPr>
          <p:cNvPr id="24" name="" descr=""/>
          <p:cNvPicPr/>
          <p:nvPr/>
        </p:nvPicPr>
        <p:blipFill>
          <a:blip r:embed="rId3"/>
          <a:stretch/>
        </p:blipFill>
        <p:spPr>
          <a:xfrm>
            <a:off x="5976000" y="0"/>
            <a:ext cx="2743200" cy="2011320"/>
          </a:xfrm>
          <a:prstGeom prst="rect">
            <a:avLst/>
          </a:prstGeom>
          <a:noFill/>
          <a:ln w="0">
            <a:noFill/>
          </a:ln>
        </p:spPr>
      </p:pic>
      <p:sp>
        <p:nvSpPr>
          <p:cNvPr id="25" name="PlaceHolder 1"/>
          <p:cNvSpPr>
            <a:spLocks noGrp="1"/>
          </p:cNvSpPr>
          <p:nvPr>
            <p:ph type="title"/>
          </p:nvPr>
        </p:nvSpPr>
        <p:spPr>
          <a:xfrm>
            <a:off x="288000" y="216000"/>
            <a:ext cx="5688000" cy="946080"/>
          </a:xfrm>
          <a:prstGeom prst="rect">
            <a:avLst/>
          </a:prstGeom>
          <a:noFill/>
          <a:ln w="0">
            <a:noFill/>
          </a:ln>
        </p:spPr>
        <p:txBody>
          <a:bodyPr lIns="0" rIns="0" tIns="0" bIns="0" anchor="ctr">
            <a:normAutofit fontScale="70000" lnSpcReduction="19999"/>
          </a:bodyPr>
          <a:p>
            <a:pPr indent="0">
              <a:buNone/>
            </a:pPr>
            <a:r>
              <a:rPr b="1" lang="ru-RU" sz="4400" strike="noStrike" u="none">
                <a:solidFill>
                  <a:srgbClr val="0d84a1"/>
                </a:solidFill>
                <a:effectLst/>
                <a:uFillTx/>
                <a:latin typeface="Noto Sans"/>
              </a:rPr>
              <a:t>Для правки текста заглавия щёлкните мышью</a:t>
            </a:r>
            <a:endParaRPr b="1" lang="ru-RU" sz="4400" strike="noStrike" u="none">
              <a:solidFill>
                <a:srgbClr val="0d84a1"/>
              </a:solidFill>
              <a:effectLst/>
              <a:uFillTx/>
              <a:latin typeface="Noto Sans"/>
            </a:endParaRPr>
          </a:p>
        </p:txBody>
      </p:sp>
      <p:sp>
        <p:nvSpPr>
          <p:cNvPr id="26" name="PlaceHolder 2"/>
          <p:cNvSpPr>
            <a:spLocks noGrp="1"/>
          </p:cNvSpPr>
          <p:nvPr>
            <p:ph type="body"/>
          </p:nvPr>
        </p:nvSpPr>
        <p:spPr>
          <a:xfrm>
            <a:off x="288000" y="1326600"/>
            <a:ext cx="5688000" cy="3780000"/>
          </a:xfrm>
          <a:prstGeom prst="rect">
            <a:avLst/>
          </a:prstGeom>
          <a:noFill/>
          <a:ln w="0">
            <a:noFill/>
          </a:ln>
        </p:spPr>
        <p:txBody>
          <a:bodyPr lIns="0" rIns="0" tIns="0" bIns="0" anchor="t">
            <a:normAutofit fontScale="85000" lnSpcReduction="9999"/>
          </a:bodyPr>
          <a:p>
            <a:pPr marL="432000" indent="-324000">
              <a:spcBef>
                <a:spcPts val="1417"/>
              </a:spcBef>
              <a:buClr>
                <a:srgbClr val="666666"/>
              </a:buClr>
              <a:buSzPct val="45000"/>
              <a:buFont typeface="Wingdings" charset="2"/>
              <a:buChar char=""/>
            </a:pPr>
            <a:r>
              <a:rPr b="0" lang="ru-RU" sz="3200" strike="noStrike" u="none">
                <a:solidFill>
                  <a:srgbClr val="666666"/>
                </a:solidFill>
                <a:effectLst/>
                <a:uFillTx/>
                <a:latin typeface="Noto Sans"/>
              </a:rPr>
              <a:t>Для правки структуры щёлкните мышью</a:t>
            </a:r>
            <a:endParaRPr b="0" lang="ru-RU" sz="3200" strike="noStrike" u="none">
              <a:solidFill>
                <a:srgbClr val="666666"/>
              </a:solidFill>
              <a:effectLst/>
              <a:uFillTx/>
              <a:latin typeface="Noto Sans"/>
            </a:endParaRPr>
          </a:p>
          <a:p>
            <a:pPr lvl="1" marL="864000" indent="-324000">
              <a:spcBef>
                <a:spcPts val="1134"/>
              </a:spcBef>
              <a:buClr>
                <a:srgbClr val="666666"/>
              </a:buClr>
              <a:buSzPct val="75000"/>
              <a:buFont typeface="Symbol" charset="2"/>
              <a:buChar char=""/>
            </a:pPr>
            <a:r>
              <a:rPr b="0" lang="ru-RU" sz="2800" strike="noStrike" u="none">
                <a:solidFill>
                  <a:srgbClr val="666666"/>
                </a:solidFill>
                <a:effectLst/>
                <a:uFillTx/>
                <a:latin typeface="Noto Sans"/>
              </a:rPr>
              <a:t>Второй уровень структуры</a:t>
            </a:r>
            <a:endParaRPr b="0" lang="ru-RU" sz="2800" strike="noStrike" u="none">
              <a:solidFill>
                <a:srgbClr val="666666"/>
              </a:solidFill>
              <a:effectLst/>
              <a:uFillTx/>
              <a:latin typeface="Noto Sans"/>
            </a:endParaRPr>
          </a:p>
          <a:p>
            <a:pPr lvl="2" marL="1296000" indent="-288000">
              <a:spcBef>
                <a:spcPts val="850"/>
              </a:spcBef>
              <a:buClr>
                <a:srgbClr val="666666"/>
              </a:buClr>
              <a:buSzPct val="45000"/>
              <a:buFont typeface="Wingdings" charset="2"/>
              <a:buChar char=""/>
            </a:pPr>
            <a:r>
              <a:rPr b="0" lang="ru-RU" sz="2400" strike="noStrike" u="none">
                <a:solidFill>
                  <a:srgbClr val="666666"/>
                </a:solidFill>
                <a:effectLst/>
                <a:uFillTx/>
                <a:latin typeface="Noto Sans"/>
              </a:rPr>
              <a:t>Третий уровень структуры</a:t>
            </a:r>
            <a:endParaRPr b="0" lang="ru-RU" sz="2400" strike="noStrike" u="none">
              <a:solidFill>
                <a:srgbClr val="666666"/>
              </a:solidFill>
              <a:effectLst/>
              <a:uFillTx/>
              <a:latin typeface="Noto Sans"/>
            </a:endParaRPr>
          </a:p>
          <a:p>
            <a:pPr lvl="3" marL="1728000" indent="-216000">
              <a:spcBef>
                <a:spcPts val="567"/>
              </a:spcBef>
              <a:buClr>
                <a:srgbClr val="666666"/>
              </a:buClr>
              <a:buSzPct val="75000"/>
              <a:buFont typeface="Symbol" charset="2"/>
              <a:buChar char=""/>
            </a:pPr>
            <a:r>
              <a:rPr b="0" lang="ru-RU" sz="2000" strike="noStrike" u="none">
                <a:solidFill>
                  <a:srgbClr val="666666"/>
                </a:solidFill>
                <a:effectLst/>
                <a:uFillTx/>
                <a:latin typeface="Noto Sans"/>
              </a:rPr>
              <a:t>Четвёртый уровень структуры</a:t>
            </a:r>
            <a:endParaRPr b="0" lang="ru-RU" sz="2000" strike="noStrike" u="none">
              <a:solidFill>
                <a:srgbClr val="666666"/>
              </a:solidFill>
              <a:effectLst/>
              <a:uFillTx/>
              <a:latin typeface="Noto Sans"/>
            </a:endParaRPr>
          </a:p>
          <a:p>
            <a:pPr lvl="4" marL="2160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Пятый уровень структуры</a:t>
            </a:r>
            <a:endParaRPr b="0" lang="ru-RU" sz="2000" strike="noStrike" u="none">
              <a:solidFill>
                <a:srgbClr val="666666"/>
              </a:solidFill>
              <a:effectLst/>
              <a:uFillTx/>
              <a:latin typeface="Noto Sans"/>
            </a:endParaRPr>
          </a:p>
          <a:p>
            <a:pPr lvl="5" marL="2592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Шестой уровень структуры</a:t>
            </a:r>
            <a:endParaRPr b="0" lang="ru-RU" sz="2000" strike="noStrike" u="none">
              <a:solidFill>
                <a:srgbClr val="666666"/>
              </a:solidFill>
              <a:effectLst/>
              <a:uFillTx/>
              <a:latin typeface="Noto Sans"/>
            </a:endParaRPr>
          </a:p>
          <a:p>
            <a:pPr lvl="6" marL="3024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Седьмой уровень структуры</a:t>
            </a:r>
            <a:endParaRPr b="0" lang="ru-RU" sz="2000" strike="noStrike" u="none">
              <a:solidFill>
                <a:srgbClr val="666666"/>
              </a:solidFill>
              <a:effectLst/>
              <a:uFillTx/>
              <a:latin typeface="Noto Sans"/>
            </a:endParaRPr>
          </a:p>
        </p:txBody>
      </p:sp>
      <p:sp>
        <p:nvSpPr>
          <p:cNvPr id="27" name="PlaceHolder 3"/>
          <p:cNvSpPr>
            <a:spLocks noGrp="1"/>
          </p:cNvSpPr>
          <p:nvPr>
            <p:ph type="dt" idx="10"/>
          </p:nvPr>
        </p:nvSpPr>
        <p:spPr>
          <a:xfrm>
            <a:off x="504000" y="5328000"/>
            <a:ext cx="2347200" cy="242640"/>
          </a:xfrm>
          <a:prstGeom prst="rect">
            <a:avLst/>
          </a:prstGeom>
          <a:noFill/>
          <a:ln w="0">
            <a:noFill/>
          </a:ln>
        </p:spPr>
        <p:txBody>
          <a:bodyPr lIns="0" rIns="0" tIns="0" bIns="0" anchor="t">
            <a:spAutoFit/>
          </a:bodyPr>
          <a:lstStyle>
            <a:lvl1pPr indent="0">
              <a:buNone/>
              <a:defRPr b="0" lang="ru-RU" sz="1400" strike="noStrike" u="none">
                <a:solidFill>
                  <a:srgbClr val="000000"/>
                </a:solidFill>
                <a:effectLst/>
                <a:uFillTx/>
                <a:latin typeface="Noto Sans"/>
              </a:defRPr>
            </a:lvl1pPr>
          </a:lstStyle>
          <a:p>
            <a:pPr indent="0">
              <a:buNone/>
            </a:pPr>
            <a:r>
              <a:rPr b="0" lang="ru-RU" sz="1400" strike="noStrike" u="none">
                <a:solidFill>
                  <a:srgbClr val="000000"/>
                </a:solidFill>
                <a:effectLst/>
                <a:uFillTx/>
                <a:latin typeface="Noto Sans"/>
              </a:rPr>
              <a:t>&lt;дата/время&gt;</a:t>
            </a:r>
            <a:endParaRPr b="0" lang="ru-RU" sz="1400" strike="noStrike" u="none">
              <a:solidFill>
                <a:srgbClr val="000000"/>
              </a:solidFill>
              <a:effectLst/>
              <a:uFillTx/>
              <a:latin typeface="Noto Sans"/>
            </a:endParaRPr>
          </a:p>
        </p:txBody>
      </p:sp>
      <p:sp>
        <p:nvSpPr>
          <p:cNvPr id="28" name="PlaceHolder 4"/>
          <p:cNvSpPr>
            <a:spLocks noGrp="1"/>
          </p:cNvSpPr>
          <p:nvPr>
            <p:ph type="ftr" idx="11"/>
          </p:nvPr>
        </p:nvSpPr>
        <p:spPr>
          <a:xfrm>
            <a:off x="3420000" y="5328000"/>
            <a:ext cx="3240000" cy="242640"/>
          </a:xfrm>
          <a:prstGeom prst="rect">
            <a:avLst/>
          </a:prstGeom>
          <a:noFill/>
          <a:ln w="0">
            <a:noFill/>
          </a:ln>
        </p:spPr>
        <p:txBody>
          <a:bodyPr lIns="0" rIns="0" tIns="0" bIns="0" anchor="t">
            <a:spAutoFit/>
          </a:bodyPr>
          <a:lstStyle>
            <a:lvl1pPr indent="0" algn="ctr">
              <a:buNone/>
              <a:defRPr b="0" lang="ru-RU" sz="1400" strike="noStrike" u="none">
                <a:solidFill>
                  <a:srgbClr val="000000"/>
                </a:solidFill>
                <a:effectLst/>
                <a:uFillTx/>
                <a:latin typeface="Noto Sans"/>
              </a:defRPr>
            </a:lvl1pPr>
          </a:lstStyle>
          <a:p>
            <a:pPr indent="0" algn="ctr">
              <a:buNone/>
            </a:pPr>
            <a:r>
              <a:rPr b="0" lang="ru-RU" sz="1400" strike="noStrike" u="none">
                <a:solidFill>
                  <a:srgbClr val="000000"/>
                </a:solidFill>
                <a:effectLst/>
                <a:uFillTx/>
                <a:latin typeface="Noto Sans"/>
              </a:rPr>
              <a:t>&lt;нижний колонтитул&gt;</a:t>
            </a:r>
            <a:endParaRPr b="0" lang="ru-RU" sz="1400" strike="noStrike" u="none">
              <a:solidFill>
                <a:srgbClr val="000000"/>
              </a:solidFill>
              <a:effectLst/>
              <a:uFillTx/>
              <a:latin typeface="Noto Sans"/>
            </a:endParaRPr>
          </a:p>
        </p:txBody>
      </p:sp>
      <p:sp>
        <p:nvSpPr>
          <p:cNvPr id="29" name="PlaceHolder 5"/>
          <p:cNvSpPr>
            <a:spLocks noGrp="1"/>
          </p:cNvSpPr>
          <p:nvPr>
            <p:ph type="sldNum" idx="12"/>
          </p:nvPr>
        </p:nvSpPr>
        <p:spPr>
          <a:xfrm>
            <a:off x="7228800" y="5328000"/>
            <a:ext cx="2347200" cy="242640"/>
          </a:xfrm>
          <a:prstGeom prst="rect">
            <a:avLst/>
          </a:prstGeom>
          <a:noFill/>
          <a:ln w="0">
            <a:noFill/>
          </a:ln>
        </p:spPr>
        <p:txBody>
          <a:bodyPr lIns="0" rIns="0" tIns="0" bIns="0" anchor="t">
            <a:spAutoFit/>
          </a:bodyPr>
          <a:lstStyle>
            <a:lvl1pPr indent="0" algn="r">
              <a:buNone/>
              <a:defRPr b="0" lang="ru-RU" sz="1400" strike="noStrike" u="none">
                <a:solidFill>
                  <a:srgbClr val="000000"/>
                </a:solidFill>
                <a:effectLst/>
                <a:uFillTx/>
                <a:latin typeface="Noto Sans"/>
              </a:defRPr>
            </a:lvl1pPr>
          </a:lstStyle>
          <a:p>
            <a:pPr indent="0" algn="r">
              <a:buNone/>
            </a:pPr>
            <a:fld id="{CF7B02F1-8DA2-4EDD-BDF7-B76B260F01EF}" type="slidenum">
              <a:rPr b="0" lang="ru-RU" sz="1400" strike="noStrike" u="none">
                <a:solidFill>
                  <a:srgbClr val="000000"/>
                </a:solidFill>
                <a:effectLst/>
                <a:uFillTx/>
                <a:latin typeface="Noto Sans"/>
              </a:rPr>
              <a:t>&lt;номер&gt;</a:t>
            </a:fld>
            <a:endParaRPr b="0" lang="ru-RU" sz="1400" strike="noStrike" u="none">
              <a:solidFill>
                <a:srgbClr val="000000"/>
              </a:solidFill>
              <a:effectLst/>
              <a:uFillTx/>
              <a:latin typeface="Noto Sans"/>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White Chart">
    <p:bg>
      <p:bgPr>
        <a:solidFill>
          <a:srgbClr val="0d84a1"/>
        </a:solidFill>
      </p:bgPr>
    </p:bg>
    <p:spTree>
      <p:nvGrpSpPr>
        <p:cNvPr id="1" name=""/>
        <p:cNvGrpSpPr/>
        <p:nvPr/>
      </p:nvGrpSpPr>
      <p:grpSpPr>
        <a:xfrm>
          <a:off x="0" y="0"/>
          <a:ext cx="0" cy="0"/>
          <a:chOff x="0" y="0"/>
          <a:chExt cx="0" cy="0"/>
        </a:xfrm>
      </p:grpSpPr>
      <p:sp>
        <p:nvSpPr>
          <p:cNvPr id="30" name=""/>
          <p:cNvSpPr/>
          <p:nvPr/>
        </p:nvSpPr>
        <p:spPr>
          <a:xfrm>
            <a:off x="0" y="360000"/>
            <a:ext cx="3600000" cy="576000"/>
          </a:xfrm>
          <a:prstGeom prst="rect">
            <a:avLst/>
          </a:prstGeom>
          <a:solidFill>
            <a:srgbClr val="ffffff"/>
          </a:solidFill>
          <a:ln w="0">
            <a:noFill/>
          </a:ln>
        </p:spPr>
        <p:style>
          <a:lnRef idx="0"/>
          <a:fillRef idx="0"/>
          <a:effectRef idx="0"/>
          <a:fontRef idx="minor"/>
        </p:style>
        <p:txBody>
          <a:bodyPr wrap="none" lIns="0" rIns="0" tIns="0" bIns="0" anchor="ctr">
            <a:noAutofit/>
          </a:bodyPr>
          <a:p>
            <a:pPr algn="ctr"/>
            <a:endParaRPr b="0" lang="ru-RU" sz="1800" strike="noStrike" u="none">
              <a:solidFill>
                <a:srgbClr val="000000"/>
              </a:solidFill>
              <a:effectLst/>
              <a:uFillTx/>
              <a:latin typeface="Noto Sans"/>
            </a:endParaRPr>
          </a:p>
        </p:txBody>
      </p:sp>
      <p:sp>
        <p:nvSpPr>
          <p:cNvPr id="31" name="PlaceHolder 1"/>
          <p:cNvSpPr>
            <a:spLocks noGrp="1"/>
          </p:cNvSpPr>
          <p:nvPr>
            <p:ph type="title"/>
          </p:nvPr>
        </p:nvSpPr>
        <p:spPr>
          <a:xfrm>
            <a:off x="0" y="288000"/>
            <a:ext cx="3528000" cy="720000"/>
          </a:xfrm>
          <a:prstGeom prst="rect">
            <a:avLst/>
          </a:prstGeom>
          <a:noFill/>
          <a:ln w="0">
            <a:noFill/>
          </a:ln>
        </p:spPr>
        <p:txBody>
          <a:bodyPr lIns="0" rIns="0" tIns="0" bIns="0" anchor="ctr">
            <a:normAutofit fontScale="55000" lnSpcReduction="19999"/>
          </a:bodyPr>
          <a:p>
            <a:pPr indent="0" algn="r">
              <a:buNone/>
            </a:pPr>
            <a:r>
              <a:rPr b="1" lang="ru-RU" sz="3200" strike="noStrike" u="none">
                <a:solidFill>
                  <a:srgbClr val="0d84a1"/>
                </a:solidFill>
                <a:effectLst/>
                <a:uFillTx/>
                <a:latin typeface="Noto Sans"/>
              </a:rPr>
              <a:t>Для правки текста заглавия щёлкните мышью</a:t>
            </a:r>
            <a:endParaRPr b="1" lang="ru-RU" sz="3200" strike="noStrike" u="none">
              <a:solidFill>
                <a:srgbClr val="0d84a1"/>
              </a:solidFill>
              <a:effectLst/>
              <a:uFillTx/>
              <a:latin typeface="Noto Sans"/>
            </a:endParaRPr>
          </a:p>
        </p:txBody>
      </p:sp>
      <p:sp>
        <p:nvSpPr>
          <p:cNvPr id="32" name="PlaceHolder 2"/>
          <p:cNvSpPr>
            <a:spLocks noGrp="1"/>
          </p:cNvSpPr>
          <p:nvPr>
            <p:ph type="body"/>
          </p:nvPr>
        </p:nvSpPr>
        <p:spPr>
          <a:xfrm>
            <a:off x="504000" y="1260000"/>
            <a:ext cx="9072000" cy="378000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ru-RU" sz="3200" strike="noStrike" u="none">
                <a:solidFill>
                  <a:srgbClr val="ffffff"/>
                </a:solidFill>
                <a:effectLst/>
                <a:uFillTx/>
                <a:latin typeface="Noto Sans"/>
              </a:rPr>
              <a:t>Для правки структуры щёлкните мышью</a:t>
            </a:r>
            <a:endParaRPr b="0" lang="ru-RU" sz="32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0" lang="ru-RU" sz="2800" strike="noStrike" u="none">
                <a:solidFill>
                  <a:srgbClr val="ffffff"/>
                </a:solidFill>
                <a:effectLst/>
                <a:uFillTx/>
                <a:latin typeface="Noto Sans"/>
              </a:rPr>
              <a:t>Второй уровень структуры</a:t>
            </a:r>
            <a:endParaRPr b="0" lang="ru-RU" sz="2800" strike="noStrike" u="none">
              <a:solidFill>
                <a:srgbClr val="ffffff"/>
              </a:solidFill>
              <a:effectLst/>
              <a:uFillTx/>
              <a:latin typeface="Noto Sans"/>
            </a:endParaRPr>
          </a:p>
          <a:p>
            <a:pPr lvl="2" marL="1296000" indent="-288000">
              <a:spcBef>
                <a:spcPts val="850"/>
              </a:spcBef>
              <a:buClr>
                <a:srgbClr val="ffffff"/>
              </a:buClr>
              <a:buSzPct val="45000"/>
              <a:buFont typeface="Wingdings" charset="2"/>
              <a:buChar char=""/>
            </a:pPr>
            <a:r>
              <a:rPr b="0" lang="ru-RU" sz="2400" strike="noStrike" u="none">
                <a:solidFill>
                  <a:srgbClr val="ffffff"/>
                </a:solidFill>
                <a:effectLst/>
                <a:uFillTx/>
                <a:latin typeface="Noto Sans"/>
              </a:rPr>
              <a:t>Третий уровень структуры</a:t>
            </a:r>
            <a:endParaRPr b="0" lang="ru-RU" sz="2400" strike="noStrike" u="none">
              <a:solidFill>
                <a:srgbClr val="ffffff"/>
              </a:solidFill>
              <a:effectLst/>
              <a:uFillTx/>
              <a:latin typeface="Noto Sans"/>
            </a:endParaRPr>
          </a:p>
          <a:p>
            <a:pPr lvl="3" marL="1728000" indent="-216000">
              <a:spcBef>
                <a:spcPts val="567"/>
              </a:spcBef>
              <a:buClr>
                <a:srgbClr val="ffffff"/>
              </a:buClr>
              <a:buSzPct val="75000"/>
              <a:buFont typeface="Symbol" charset="2"/>
              <a:buChar char=""/>
            </a:pPr>
            <a:r>
              <a:rPr b="0" lang="ru-RU" sz="2000" strike="noStrike" u="none">
                <a:solidFill>
                  <a:srgbClr val="ffffff"/>
                </a:solidFill>
                <a:effectLst/>
                <a:uFillTx/>
                <a:latin typeface="Noto Sans"/>
              </a:rPr>
              <a:t>Четвёртый уровень структуры</a:t>
            </a:r>
            <a:endParaRPr b="0" lang="ru-RU" sz="2000" strike="noStrike" u="none">
              <a:solidFill>
                <a:srgbClr val="ffffff"/>
              </a:solidFill>
              <a:effectLst/>
              <a:uFillTx/>
              <a:latin typeface="Noto Sans"/>
            </a:endParaRPr>
          </a:p>
          <a:p>
            <a:pPr lvl="4" marL="2160000" indent="-216000">
              <a:spcBef>
                <a:spcPts val="283"/>
              </a:spcBef>
              <a:buClr>
                <a:srgbClr val="ffffff"/>
              </a:buClr>
              <a:buSzPct val="45000"/>
              <a:buFont typeface="Wingdings" charset="2"/>
              <a:buChar char=""/>
            </a:pPr>
            <a:r>
              <a:rPr b="0" lang="ru-RU" sz="2000" strike="noStrike" u="none">
                <a:solidFill>
                  <a:srgbClr val="ffffff"/>
                </a:solidFill>
                <a:effectLst/>
                <a:uFillTx/>
                <a:latin typeface="Noto Sans"/>
              </a:rPr>
              <a:t>Пятый уровень структуры</a:t>
            </a:r>
            <a:endParaRPr b="0" lang="ru-RU" sz="2000" strike="noStrike" u="none">
              <a:solidFill>
                <a:srgbClr val="ffffff"/>
              </a:solidFill>
              <a:effectLst/>
              <a:uFillTx/>
              <a:latin typeface="Noto Sans"/>
            </a:endParaRPr>
          </a:p>
          <a:p>
            <a:pPr lvl="5" marL="2592000" indent="-216000">
              <a:spcBef>
                <a:spcPts val="283"/>
              </a:spcBef>
              <a:buClr>
                <a:srgbClr val="ffffff"/>
              </a:buClr>
              <a:buSzPct val="45000"/>
              <a:buFont typeface="Wingdings" charset="2"/>
              <a:buChar char=""/>
            </a:pPr>
            <a:r>
              <a:rPr b="0" lang="ru-RU" sz="2000" strike="noStrike" u="none">
                <a:solidFill>
                  <a:srgbClr val="ffffff"/>
                </a:solidFill>
                <a:effectLst/>
                <a:uFillTx/>
                <a:latin typeface="Noto Sans"/>
              </a:rPr>
              <a:t>Шестой уровень структуры</a:t>
            </a:r>
            <a:endParaRPr b="0" lang="ru-RU" sz="2000" strike="noStrike" u="none">
              <a:solidFill>
                <a:srgbClr val="ffffff"/>
              </a:solidFill>
              <a:effectLst/>
              <a:uFillTx/>
              <a:latin typeface="Noto Sans"/>
            </a:endParaRPr>
          </a:p>
          <a:p>
            <a:pPr lvl="6" marL="3024000" indent="-216000">
              <a:spcBef>
                <a:spcPts val="283"/>
              </a:spcBef>
              <a:buClr>
                <a:srgbClr val="ffffff"/>
              </a:buClr>
              <a:buSzPct val="45000"/>
              <a:buFont typeface="Wingdings" charset="2"/>
              <a:buChar char=""/>
            </a:pPr>
            <a:r>
              <a:rPr b="0" lang="ru-RU" sz="2000" strike="noStrike" u="none">
                <a:solidFill>
                  <a:srgbClr val="ffffff"/>
                </a:solidFill>
                <a:effectLst/>
                <a:uFillTx/>
                <a:latin typeface="Noto Sans"/>
              </a:rPr>
              <a:t>Седьмой уровень структуры</a:t>
            </a:r>
            <a:endParaRPr b="0" lang="ru-RU" sz="2000" strike="noStrike" u="none">
              <a:solidFill>
                <a:srgbClr val="ffffff"/>
              </a:solidFill>
              <a:effectLst/>
              <a:uFillTx/>
              <a:latin typeface="Noto Sans"/>
            </a:endParaRPr>
          </a:p>
        </p:txBody>
      </p:sp>
      <p:sp>
        <p:nvSpPr>
          <p:cNvPr id="33" name="PlaceHolder 3"/>
          <p:cNvSpPr>
            <a:spLocks noGrp="1"/>
          </p:cNvSpPr>
          <p:nvPr>
            <p:ph type="dt" idx="13"/>
          </p:nvPr>
        </p:nvSpPr>
        <p:spPr>
          <a:xfrm>
            <a:off x="504000" y="5328000"/>
            <a:ext cx="2347200" cy="242640"/>
          </a:xfrm>
          <a:prstGeom prst="rect">
            <a:avLst/>
          </a:prstGeom>
          <a:noFill/>
          <a:ln w="0">
            <a:noFill/>
          </a:ln>
        </p:spPr>
        <p:txBody>
          <a:bodyPr lIns="0" rIns="0" tIns="0" bIns="0" anchor="t">
            <a:spAutoFit/>
          </a:bodyPr>
          <a:lstStyle>
            <a:lvl1pPr indent="0">
              <a:buNone/>
              <a:defRPr b="0" lang="ru-RU" sz="1400" strike="noStrike" u="none">
                <a:solidFill>
                  <a:srgbClr val="ffffff"/>
                </a:solidFill>
                <a:effectLst/>
                <a:uFillTx/>
                <a:latin typeface="Noto Sans"/>
              </a:defRPr>
            </a:lvl1pPr>
          </a:lstStyle>
          <a:p>
            <a:pPr indent="0">
              <a:buNone/>
            </a:pPr>
            <a:r>
              <a:rPr b="0" lang="ru-RU" sz="1400" strike="noStrike" u="none">
                <a:solidFill>
                  <a:srgbClr val="ffffff"/>
                </a:solidFill>
                <a:effectLst/>
                <a:uFillTx/>
                <a:latin typeface="Noto Sans"/>
              </a:rPr>
              <a:t>&lt;дата/время&gt;</a:t>
            </a:r>
            <a:endParaRPr b="0" lang="ru-RU" sz="1400" strike="noStrike" u="none">
              <a:solidFill>
                <a:srgbClr val="000000"/>
              </a:solidFill>
              <a:effectLst/>
              <a:uFillTx/>
              <a:latin typeface="Noto Sans"/>
            </a:endParaRPr>
          </a:p>
        </p:txBody>
      </p:sp>
      <p:sp>
        <p:nvSpPr>
          <p:cNvPr id="34" name="PlaceHolder 4"/>
          <p:cNvSpPr>
            <a:spLocks noGrp="1"/>
          </p:cNvSpPr>
          <p:nvPr>
            <p:ph type="ftr" idx="14"/>
          </p:nvPr>
        </p:nvSpPr>
        <p:spPr>
          <a:xfrm>
            <a:off x="3420000" y="5328000"/>
            <a:ext cx="3240000" cy="242640"/>
          </a:xfrm>
          <a:prstGeom prst="rect">
            <a:avLst/>
          </a:prstGeom>
          <a:noFill/>
          <a:ln w="0">
            <a:noFill/>
          </a:ln>
        </p:spPr>
        <p:txBody>
          <a:bodyPr lIns="0" rIns="0" tIns="0" bIns="0" anchor="t">
            <a:spAutoFit/>
          </a:bodyPr>
          <a:lstStyle>
            <a:lvl1pPr indent="0" algn="ctr">
              <a:buNone/>
              <a:defRPr b="0" lang="ru-RU" sz="1400" strike="noStrike" u="none">
                <a:solidFill>
                  <a:srgbClr val="ffffff"/>
                </a:solidFill>
                <a:effectLst/>
                <a:uFillTx/>
                <a:latin typeface="Noto Sans"/>
              </a:defRPr>
            </a:lvl1pPr>
          </a:lstStyle>
          <a:p>
            <a:pPr indent="0" algn="ctr">
              <a:buNone/>
            </a:pPr>
            <a:r>
              <a:rPr b="0" lang="ru-RU" sz="1400" strike="noStrike" u="none">
                <a:solidFill>
                  <a:srgbClr val="ffffff"/>
                </a:solidFill>
                <a:effectLst/>
                <a:uFillTx/>
                <a:latin typeface="Noto Sans"/>
              </a:rPr>
              <a:t>&lt;нижний колонтитул&gt;</a:t>
            </a:r>
            <a:endParaRPr b="0" lang="ru-RU" sz="1400" strike="noStrike" u="none">
              <a:solidFill>
                <a:srgbClr val="ffffff"/>
              </a:solidFill>
              <a:effectLst/>
              <a:uFillTx/>
              <a:latin typeface="Noto Sans"/>
            </a:endParaRPr>
          </a:p>
        </p:txBody>
      </p:sp>
      <p:sp>
        <p:nvSpPr>
          <p:cNvPr id="35" name="PlaceHolder 5"/>
          <p:cNvSpPr>
            <a:spLocks noGrp="1"/>
          </p:cNvSpPr>
          <p:nvPr>
            <p:ph type="sldNum" idx="15"/>
          </p:nvPr>
        </p:nvSpPr>
        <p:spPr>
          <a:xfrm>
            <a:off x="7228800" y="5328000"/>
            <a:ext cx="2347200" cy="242640"/>
          </a:xfrm>
          <a:prstGeom prst="rect">
            <a:avLst/>
          </a:prstGeom>
          <a:noFill/>
          <a:ln w="0">
            <a:noFill/>
          </a:ln>
        </p:spPr>
        <p:txBody>
          <a:bodyPr lIns="0" rIns="0" tIns="0" bIns="0" anchor="t">
            <a:spAutoFit/>
          </a:bodyPr>
          <a:lstStyle>
            <a:lvl1pPr indent="0" algn="r">
              <a:buNone/>
              <a:defRPr b="0" lang="ru-RU" sz="1400" strike="noStrike" u="none">
                <a:solidFill>
                  <a:srgbClr val="ffffff"/>
                </a:solidFill>
                <a:effectLst/>
                <a:uFillTx/>
                <a:latin typeface="Noto Sans"/>
              </a:defRPr>
            </a:lvl1pPr>
          </a:lstStyle>
          <a:p>
            <a:pPr indent="0" algn="r">
              <a:buNone/>
            </a:pPr>
            <a:fld id="{CB39AFEC-7585-4914-BAAF-96635426BB7F}" type="slidenum">
              <a:rPr b="0" lang="ru-RU" sz="1400" strike="noStrike" u="none">
                <a:solidFill>
                  <a:srgbClr val="ffffff"/>
                </a:solidFill>
                <a:effectLst/>
                <a:uFillTx/>
                <a:latin typeface="Noto Sans"/>
              </a:rPr>
              <a:t>&lt;номер&gt;</a:t>
            </a:fld>
            <a:endParaRPr b="0" lang="ru-RU" sz="1400" strike="noStrike" u="none">
              <a:solidFill>
                <a:srgbClr val="000000"/>
              </a:solidFill>
              <a:effectLst/>
              <a:uFillTx/>
              <a:latin typeface="Noto Sans"/>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White/Blue Chart">
    <p:spTree>
      <p:nvGrpSpPr>
        <p:cNvPr id="1" name=""/>
        <p:cNvGrpSpPr/>
        <p:nvPr/>
      </p:nvGrpSpPr>
      <p:grpSpPr>
        <a:xfrm>
          <a:off x="0" y="0"/>
          <a:ext cx="0" cy="0"/>
          <a:chOff x="0" y="0"/>
          <a:chExt cx="0" cy="0"/>
        </a:xfrm>
      </p:grpSpPr>
      <p:sp>
        <p:nvSpPr>
          <p:cNvPr id="36" name=""/>
          <p:cNvSpPr/>
          <p:nvPr/>
        </p:nvSpPr>
        <p:spPr>
          <a:xfrm>
            <a:off x="0" y="360000"/>
            <a:ext cx="3600000" cy="576000"/>
          </a:xfrm>
          <a:prstGeom prst="rect">
            <a:avLst/>
          </a:prstGeom>
          <a:solidFill>
            <a:srgbClr val="0d84a1"/>
          </a:solidFill>
          <a:ln w="0">
            <a:noFill/>
          </a:ln>
        </p:spPr>
        <p:style>
          <a:lnRef idx="0"/>
          <a:fillRef idx="0"/>
          <a:effectRef idx="0"/>
          <a:fontRef idx="minor"/>
        </p:style>
        <p:txBody>
          <a:bodyPr wrap="none" lIns="0" rIns="0" tIns="0" bIns="0" anchor="ctr">
            <a:noAutofit/>
          </a:bodyPr>
          <a:p>
            <a:pPr algn="ctr"/>
            <a:endParaRPr b="0" lang="ru-RU" sz="1800" strike="noStrike" u="none">
              <a:solidFill>
                <a:srgbClr val="ffffff"/>
              </a:solidFill>
              <a:effectLst/>
              <a:uFillTx/>
              <a:latin typeface="Noto Sans"/>
            </a:endParaRPr>
          </a:p>
        </p:txBody>
      </p:sp>
      <p:sp>
        <p:nvSpPr>
          <p:cNvPr id="37" name="PlaceHolder 1"/>
          <p:cNvSpPr>
            <a:spLocks noGrp="1"/>
          </p:cNvSpPr>
          <p:nvPr>
            <p:ph type="title"/>
          </p:nvPr>
        </p:nvSpPr>
        <p:spPr>
          <a:xfrm>
            <a:off x="0" y="288000"/>
            <a:ext cx="3528000" cy="720000"/>
          </a:xfrm>
          <a:prstGeom prst="rect">
            <a:avLst/>
          </a:prstGeom>
          <a:noFill/>
          <a:ln w="0">
            <a:noFill/>
          </a:ln>
        </p:spPr>
        <p:txBody>
          <a:bodyPr lIns="0" rIns="0" tIns="0" bIns="0" anchor="ctr">
            <a:normAutofit fontScale="55000" lnSpcReduction="19999"/>
          </a:bodyPr>
          <a:p>
            <a:pPr indent="0" algn="r">
              <a:buNone/>
            </a:pPr>
            <a:r>
              <a:rPr b="1" lang="ru-RU" sz="3200" strike="noStrike" u="none">
                <a:solidFill>
                  <a:srgbClr val="ffffff"/>
                </a:solidFill>
                <a:effectLst/>
                <a:uFillTx/>
                <a:latin typeface="Noto Sans"/>
              </a:rPr>
              <a:t>Для правки текста заглавия щёлкните мышью</a:t>
            </a:r>
            <a:endParaRPr b="1" lang="ru-RU" sz="3200" strike="noStrike" u="none">
              <a:solidFill>
                <a:srgbClr val="ffffff"/>
              </a:solidFill>
              <a:effectLst/>
              <a:uFillTx/>
              <a:latin typeface="Noto Sans"/>
            </a:endParaRPr>
          </a:p>
        </p:txBody>
      </p:sp>
      <p:sp>
        <p:nvSpPr>
          <p:cNvPr id="38" name="PlaceHolder 2"/>
          <p:cNvSpPr>
            <a:spLocks noGrp="1"/>
          </p:cNvSpPr>
          <p:nvPr>
            <p:ph type="body"/>
          </p:nvPr>
        </p:nvSpPr>
        <p:spPr>
          <a:xfrm>
            <a:off x="504000" y="1260000"/>
            <a:ext cx="9072000" cy="3780000"/>
          </a:xfrm>
          <a:prstGeom prst="rect">
            <a:avLst/>
          </a:prstGeom>
          <a:noFill/>
          <a:ln w="0">
            <a:noFill/>
          </a:ln>
        </p:spPr>
        <p:txBody>
          <a:bodyPr lIns="0" rIns="0" tIns="0" bIns="0" anchor="t">
            <a:normAutofit/>
          </a:bodyPr>
          <a:p>
            <a:pPr marL="432000" indent="-324000">
              <a:spcBef>
                <a:spcPts val="1417"/>
              </a:spcBef>
              <a:buClr>
                <a:srgbClr val="666666"/>
              </a:buClr>
              <a:buSzPct val="45000"/>
              <a:buFont typeface="Wingdings" charset="2"/>
              <a:buChar char=""/>
            </a:pPr>
            <a:r>
              <a:rPr b="0" lang="ru-RU" sz="3200" strike="noStrike" u="none">
                <a:solidFill>
                  <a:srgbClr val="666666"/>
                </a:solidFill>
                <a:effectLst/>
                <a:uFillTx/>
                <a:latin typeface="Noto Sans"/>
              </a:rPr>
              <a:t>Для правки структуры щёлкните мышью</a:t>
            </a:r>
            <a:endParaRPr b="0" lang="ru-RU" sz="3200" strike="noStrike" u="none">
              <a:solidFill>
                <a:srgbClr val="666666"/>
              </a:solidFill>
              <a:effectLst/>
              <a:uFillTx/>
              <a:latin typeface="Noto Sans"/>
            </a:endParaRPr>
          </a:p>
          <a:p>
            <a:pPr lvl="1" marL="864000" indent="-324000">
              <a:spcBef>
                <a:spcPts val="1134"/>
              </a:spcBef>
              <a:buClr>
                <a:srgbClr val="666666"/>
              </a:buClr>
              <a:buSzPct val="75000"/>
              <a:buFont typeface="Symbol" charset="2"/>
              <a:buChar char=""/>
            </a:pPr>
            <a:r>
              <a:rPr b="0" lang="ru-RU" sz="2800" strike="noStrike" u="none">
                <a:solidFill>
                  <a:srgbClr val="666666"/>
                </a:solidFill>
                <a:effectLst/>
                <a:uFillTx/>
                <a:latin typeface="Noto Sans"/>
              </a:rPr>
              <a:t>Второй уровень структуры</a:t>
            </a:r>
            <a:endParaRPr b="0" lang="ru-RU" sz="2800" strike="noStrike" u="none">
              <a:solidFill>
                <a:srgbClr val="666666"/>
              </a:solidFill>
              <a:effectLst/>
              <a:uFillTx/>
              <a:latin typeface="Noto Sans"/>
            </a:endParaRPr>
          </a:p>
          <a:p>
            <a:pPr lvl="2" marL="1296000" indent="-288000">
              <a:spcBef>
                <a:spcPts val="850"/>
              </a:spcBef>
              <a:buClr>
                <a:srgbClr val="666666"/>
              </a:buClr>
              <a:buSzPct val="45000"/>
              <a:buFont typeface="Wingdings" charset="2"/>
              <a:buChar char=""/>
            </a:pPr>
            <a:r>
              <a:rPr b="0" lang="ru-RU" sz="2400" strike="noStrike" u="none">
                <a:solidFill>
                  <a:srgbClr val="666666"/>
                </a:solidFill>
                <a:effectLst/>
                <a:uFillTx/>
                <a:latin typeface="Noto Sans"/>
              </a:rPr>
              <a:t>Третий уровень структуры</a:t>
            </a:r>
            <a:endParaRPr b="0" lang="ru-RU" sz="2400" strike="noStrike" u="none">
              <a:solidFill>
                <a:srgbClr val="666666"/>
              </a:solidFill>
              <a:effectLst/>
              <a:uFillTx/>
              <a:latin typeface="Noto Sans"/>
            </a:endParaRPr>
          </a:p>
          <a:p>
            <a:pPr lvl="3" marL="1728000" indent="-216000">
              <a:spcBef>
                <a:spcPts val="567"/>
              </a:spcBef>
              <a:buClr>
                <a:srgbClr val="666666"/>
              </a:buClr>
              <a:buSzPct val="75000"/>
              <a:buFont typeface="Symbol" charset="2"/>
              <a:buChar char=""/>
            </a:pPr>
            <a:r>
              <a:rPr b="0" lang="ru-RU" sz="2000" strike="noStrike" u="none">
                <a:solidFill>
                  <a:srgbClr val="666666"/>
                </a:solidFill>
                <a:effectLst/>
                <a:uFillTx/>
                <a:latin typeface="Noto Sans"/>
              </a:rPr>
              <a:t>Четвёртый уровень структуры</a:t>
            </a:r>
            <a:endParaRPr b="0" lang="ru-RU" sz="2000" strike="noStrike" u="none">
              <a:solidFill>
                <a:srgbClr val="666666"/>
              </a:solidFill>
              <a:effectLst/>
              <a:uFillTx/>
              <a:latin typeface="Noto Sans"/>
            </a:endParaRPr>
          </a:p>
          <a:p>
            <a:pPr lvl="4" marL="2160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Пятый уровень структуры</a:t>
            </a:r>
            <a:endParaRPr b="0" lang="ru-RU" sz="2000" strike="noStrike" u="none">
              <a:solidFill>
                <a:srgbClr val="666666"/>
              </a:solidFill>
              <a:effectLst/>
              <a:uFillTx/>
              <a:latin typeface="Noto Sans"/>
            </a:endParaRPr>
          </a:p>
          <a:p>
            <a:pPr lvl="5" marL="2592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Шестой уровень структуры</a:t>
            </a:r>
            <a:endParaRPr b="0" lang="ru-RU" sz="2000" strike="noStrike" u="none">
              <a:solidFill>
                <a:srgbClr val="666666"/>
              </a:solidFill>
              <a:effectLst/>
              <a:uFillTx/>
              <a:latin typeface="Noto Sans"/>
            </a:endParaRPr>
          </a:p>
          <a:p>
            <a:pPr lvl="6" marL="3024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Седьмой уровень структуры</a:t>
            </a:r>
            <a:endParaRPr b="0" lang="ru-RU" sz="2000" strike="noStrike" u="none">
              <a:solidFill>
                <a:srgbClr val="666666"/>
              </a:solidFill>
              <a:effectLst/>
              <a:uFillTx/>
              <a:latin typeface="Noto Sans"/>
            </a:endParaRPr>
          </a:p>
        </p:txBody>
      </p:sp>
      <p:sp>
        <p:nvSpPr>
          <p:cNvPr id="39" name="PlaceHolder 3"/>
          <p:cNvSpPr>
            <a:spLocks noGrp="1"/>
          </p:cNvSpPr>
          <p:nvPr>
            <p:ph type="dt" idx="16"/>
          </p:nvPr>
        </p:nvSpPr>
        <p:spPr>
          <a:xfrm>
            <a:off x="504000" y="5328000"/>
            <a:ext cx="2347200" cy="242640"/>
          </a:xfrm>
          <a:prstGeom prst="rect">
            <a:avLst/>
          </a:prstGeom>
          <a:noFill/>
          <a:ln w="0">
            <a:noFill/>
          </a:ln>
        </p:spPr>
        <p:txBody>
          <a:bodyPr lIns="0" rIns="0" tIns="0" bIns="0" anchor="t">
            <a:spAutoFit/>
          </a:bodyPr>
          <a:lstStyle>
            <a:lvl1pPr indent="0">
              <a:buNone/>
              <a:defRPr b="0" lang="ru-RU" sz="1400" strike="noStrike" u="none">
                <a:solidFill>
                  <a:srgbClr val="000000"/>
                </a:solidFill>
                <a:effectLst/>
                <a:uFillTx/>
                <a:latin typeface="Noto Sans"/>
              </a:defRPr>
            </a:lvl1pPr>
          </a:lstStyle>
          <a:p>
            <a:pPr indent="0">
              <a:buNone/>
            </a:pPr>
            <a:r>
              <a:rPr b="0" lang="ru-RU" sz="1400" strike="noStrike" u="none">
                <a:solidFill>
                  <a:srgbClr val="000000"/>
                </a:solidFill>
                <a:effectLst/>
                <a:uFillTx/>
                <a:latin typeface="Noto Sans"/>
              </a:rPr>
              <a:t>&lt;дата/время&gt;</a:t>
            </a:r>
            <a:endParaRPr b="0" lang="ru-RU" sz="1400" strike="noStrike" u="none">
              <a:solidFill>
                <a:srgbClr val="000000"/>
              </a:solidFill>
              <a:effectLst/>
              <a:uFillTx/>
              <a:latin typeface="Noto Sans"/>
            </a:endParaRPr>
          </a:p>
        </p:txBody>
      </p:sp>
      <p:sp>
        <p:nvSpPr>
          <p:cNvPr id="40" name="PlaceHolder 4"/>
          <p:cNvSpPr>
            <a:spLocks noGrp="1"/>
          </p:cNvSpPr>
          <p:nvPr>
            <p:ph type="ftr" idx="17"/>
          </p:nvPr>
        </p:nvSpPr>
        <p:spPr>
          <a:xfrm>
            <a:off x="3420000" y="5328000"/>
            <a:ext cx="3240000" cy="242640"/>
          </a:xfrm>
          <a:prstGeom prst="rect">
            <a:avLst/>
          </a:prstGeom>
          <a:noFill/>
          <a:ln w="0">
            <a:noFill/>
          </a:ln>
        </p:spPr>
        <p:txBody>
          <a:bodyPr lIns="0" rIns="0" tIns="0" bIns="0" anchor="t">
            <a:spAutoFit/>
          </a:bodyPr>
          <a:lstStyle>
            <a:lvl1pPr indent="0" algn="ctr">
              <a:buNone/>
              <a:defRPr b="0" lang="ru-RU" sz="1400" strike="noStrike" u="none">
                <a:solidFill>
                  <a:srgbClr val="000000"/>
                </a:solidFill>
                <a:effectLst/>
                <a:uFillTx/>
                <a:latin typeface="Noto Sans"/>
              </a:defRPr>
            </a:lvl1pPr>
          </a:lstStyle>
          <a:p>
            <a:pPr indent="0" algn="ctr">
              <a:buNone/>
            </a:pPr>
            <a:r>
              <a:rPr b="0" lang="ru-RU" sz="1400" strike="noStrike" u="none">
                <a:solidFill>
                  <a:srgbClr val="000000"/>
                </a:solidFill>
                <a:effectLst/>
                <a:uFillTx/>
                <a:latin typeface="Noto Sans"/>
              </a:rPr>
              <a:t>&lt;нижний колонтитул&gt;</a:t>
            </a:r>
            <a:endParaRPr b="0" lang="ru-RU" sz="1400" strike="noStrike" u="none">
              <a:solidFill>
                <a:srgbClr val="000000"/>
              </a:solidFill>
              <a:effectLst/>
              <a:uFillTx/>
              <a:latin typeface="Noto Sans"/>
            </a:endParaRPr>
          </a:p>
        </p:txBody>
      </p:sp>
      <p:sp>
        <p:nvSpPr>
          <p:cNvPr id="41" name="PlaceHolder 5"/>
          <p:cNvSpPr>
            <a:spLocks noGrp="1"/>
          </p:cNvSpPr>
          <p:nvPr>
            <p:ph type="sldNum" idx="18"/>
          </p:nvPr>
        </p:nvSpPr>
        <p:spPr>
          <a:xfrm>
            <a:off x="7228800" y="5328000"/>
            <a:ext cx="2347200" cy="242640"/>
          </a:xfrm>
          <a:prstGeom prst="rect">
            <a:avLst/>
          </a:prstGeom>
          <a:noFill/>
          <a:ln w="0">
            <a:noFill/>
          </a:ln>
        </p:spPr>
        <p:txBody>
          <a:bodyPr lIns="0" rIns="0" tIns="0" bIns="0" anchor="t">
            <a:spAutoFit/>
          </a:bodyPr>
          <a:lstStyle>
            <a:lvl1pPr indent="0" algn="r">
              <a:buNone/>
              <a:defRPr b="0" lang="ru-RU" sz="1400" strike="noStrike" u="none">
                <a:solidFill>
                  <a:srgbClr val="000000"/>
                </a:solidFill>
                <a:effectLst/>
                <a:uFillTx/>
                <a:latin typeface="Noto Sans"/>
              </a:defRPr>
            </a:lvl1pPr>
          </a:lstStyle>
          <a:p>
            <a:pPr indent="0" algn="r">
              <a:buNone/>
            </a:pPr>
            <a:fld id="{1A93050A-6A75-458E-8C84-37222D892DE3}" type="slidenum">
              <a:rPr b="0" lang="ru-RU" sz="1400" strike="noStrike" u="none">
                <a:solidFill>
                  <a:srgbClr val="000000"/>
                </a:solidFill>
                <a:effectLst/>
                <a:uFillTx/>
                <a:latin typeface="Noto Sans"/>
              </a:rPr>
              <a:t>&lt;номер&gt;</a:t>
            </a:fld>
            <a:endParaRPr b="0" lang="ru-RU" sz="1400" strike="noStrike" u="none">
              <a:solidFill>
                <a:srgbClr val="000000"/>
              </a:solidFill>
              <a:effectLst/>
              <a:uFillTx/>
              <a:latin typeface="Noto Sans"/>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iagram">
    <p:spTree>
      <p:nvGrpSpPr>
        <p:cNvPr id="1" name=""/>
        <p:cNvGrpSpPr/>
        <p:nvPr/>
      </p:nvGrpSpPr>
      <p:grpSpPr>
        <a:xfrm>
          <a:off x="0" y="0"/>
          <a:ext cx="0" cy="0"/>
          <a:chOff x="0" y="0"/>
          <a:chExt cx="0" cy="0"/>
        </a:xfrm>
      </p:grpSpPr>
      <p:sp>
        <p:nvSpPr>
          <p:cNvPr id="42" name=""/>
          <p:cNvSpPr/>
          <p:nvPr/>
        </p:nvSpPr>
        <p:spPr>
          <a:xfrm>
            <a:off x="7611120" y="-360"/>
            <a:ext cx="2468880" cy="5670360"/>
          </a:xfrm>
          <a:custGeom>
            <a:avLst/>
            <a:gdLst/>
            <a:ahLst/>
            <a:rect l="0" t="0" r="r" b="b"/>
            <a:pathLst>
              <a:path w="6858" h="15751">
                <a:moveTo>
                  <a:pt x="6858" y="0"/>
                </a:moveTo>
                <a:cubicBezTo>
                  <a:pt x="6858" y="5250"/>
                  <a:pt x="6858" y="10501"/>
                  <a:pt x="6858" y="15751"/>
                </a:cubicBezTo>
                <a:cubicBezTo>
                  <a:pt x="6181" y="15751"/>
                  <a:pt x="2286" y="15751"/>
                  <a:pt x="0" y="15751"/>
                </a:cubicBezTo>
                <a:cubicBezTo>
                  <a:pt x="2253" y="10501"/>
                  <a:pt x="4505" y="5250"/>
                  <a:pt x="6758" y="0"/>
                </a:cubicBezTo>
                <a:cubicBezTo>
                  <a:pt x="6791" y="0"/>
                  <a:pt x="6181" y="0"/>
                  <a:pt x="6858" y="0"/>
                </a:cubicBezTo>
                <a:close/>
              </a:path>
            </a:pathLst>
          </a:custGeom>
          <a:solidFill>
            <a:srgbClr val="0d84a1"/>
          </a:solidFill>
          <a:ln w="0">
            <a:noFill/>
          </a:ln>
        </p:spPr>
        <p:txBody>
          <a:bodyPr lIns="0" rIns="0" tIns="0" bIns="0" anchor="ctr">
            <a:noAutofit/>
          </a:bodyPr>
          <a:p>
            <a:pPr algn="ctr"/>
            <a:endParaRPr b="0" lang="ru-RU" sz="1800" strike="noStrike" u="none">
              <a:solidFill>
                <a:srgbClr val="ffffff"/>
              </a:solidFill>
              <a:effectLst/>
              <a:uFillTx/>
              <a:latin typeface="Noto Sans"/>
            </a:endParaRPr>
          </a:p>
        </p:txBody>
      </p:sp>
      <p:sp>
        <p:nvSpPr>
          <p:cNvPr id="43" name=""/>
          <p:cNvSpPr/>
          <p:nvPr/>
        </p:nvSpPr>
        <p:spPr>
          <a:xfrm>
            <a:off x="0" y="0"/>
            <a:ext cx="2468880" cy="5670360"/>
          </a:xfrm>
          <a:custGeom>
            <a:avLst/>
            <a:gdLst/>
            <a:ahLst/>
            <a:rect l="0" t="0" r="r" b="b"/>
            <a:pathLst>
              <a:path w="6858" h="15751">
                <a:moveTo>
                  <a:pt x="0" y="15751"/>
                </a:moveTo>
                <a:cubicBezTo>
                  <a:pt x="0" y="10501"/>
                  <a:pt x="0" y="5250"/>
                  <a:pt x="0" y="0"/>
                </a:cubicBezTo>
                <a:cubicBezTo>
                  <a:pt x="677" y="0"/>
                  <a:pt x="4572" y="0"/>
                  <a:pt x="6858" y="0"/>
                </a:cubicBezTo>
                <a:cubicBezTo>
                  <a:pt x="4605" y="5250"/>
                  <a:pt x="2353" y="10501"/>
                  <a:pt x="100" y="15751"/>
                </a:cubicBezTo>
                <a:cubicBezTo>
                  <a:pt x="67" y="15751"/>
                  <a:pt x="677" y="15751"/>
                  <a:pt x="0" y="15751"/>
                </a:cubicBezTo>
                <a:close/>
              </a:path>
            </a:pathLst>
          </a:custGeom>
          <a:solidFill>
            <a:srgbClr val="0d84a1"/>
          </a:solidFill>
          <a:ln w="0">
            <a:noFill/>
          </a:ln>
        </p:spPr>
        <p:txBody>
          <a:bodyPr lIns="0" rIns="0" tIns="0" bIns="0" anchor="ctr">
            <a:noAutofit/>
          </a:bodyPr>
          <a:p>
            <a:pPr algn="ctr"/>
            <a:endParaRPr b="0" lang="ru-RU" sz="1800" strike="noStrike" u="none">
              <a:solidFill>
                <a:srgbClr val="ffffff"/>
              </a:solidFill>
              <a:effectLst/>
              <a:uFillTx/>
              <a:latin typeface="Noto Sans"/>
            </a:endParaRPr>
          </a:p>
        </p:txBody>
      </p:sp>
      <p:sp>
        <p:nvSpPr>
          <p:cNvPr id="44" name="PlaceHolder 1"/>
          <p:cNvSpPr>
            <a:spLocks noGrp="1"/>
          </p:cNvSpPr>
          <p:nvPr>
            <p:ph type="title"/>
          </p:nvPr>
        </p:nvSpPr>
        <p:spPr>
          <a:xfrm>
            <a:off x="504000" y="216000"/>
            <a:ext cx="9072000" cy="1080000"/>
          </a:xfrm>
          <a:prstGeom prst="rect">
            <a:avLst/>
          </a:prstGeom>
          <a:noFill/>
          <a:ln w="0">
            <a:noFill/>
          </a:ln>
        </p:spPr>
        <p:txBody>
          <a:bodyPr lIns="0" rIns="0" tIns="0" bIns="0" anchor="ctr">
            <a:normAutofit fontScale="70000" lnSpcReduction="19999"/>
          </a:bodyPr>
          <a:p>
            <a:pPr indent="0">
              <a:buNone/>
            </a:pPr>
            <a:r>
              <a:rPr b="1" lang="ru-RU" sz="5400" strike="noStrike" u="none">
                <a:solidFill>
                  <a:srgbClr val="ffffff"/>
                </a:solidFill>
                <a:effectLst/>
                <a:highlight>
                  <a:srgbClr val="0d84a1"/>
                </a:highlight>
                <a:uFillTx/>
                <a:latin typeface="Noto Sans"/>
              </a:rPr>
              <a:t>Для правки текста заглавия щёлкните мышью</a:t>
            </a:r>
            <a:endParaRPr b="1" lang="ru-RU" sz="5400" strike="noStrike" u="none">
              <a:solidFill>
                <a:srgbClr val="ffffff"/>
              </a:solidFill>
              <a:effectLst/>
              <a:highlight>
                <a:srgbClr val="0d84a1"/>
              </a:highlight>
              <a:uFillTx/>
              <a:latin typeface="Noto Sans"/>
            </a:endParaRPr>
          </a:p>
        </p:txBody>
      </p:sp>
      <p:sp>
        <p:nvSpPr>
          <p:cNvPr id="45" name="PlaceHolder 2"/>
          <p:cNvSpPr>
            <a:spLocks noGrp="1"/>
          </p:cNvSpPr>
          <p:nvPr>
            <p:ph type="body"/>
          </p:nvPr>
        </p:nvSpPr>
        <p:spPr>
          <a:xfrm>
            <a:off x="504000" y="1440000"/>
            <a:ext cx="9072000" cy="3600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ru-RU" sz="3200" strike="noStrike" u="none">
                <a:solidFill>
                  <a:srgbClr val="000000"/>
                </a:solidFill>
                <a:effectLst/>
                <a:uFillTx/>
                <a:latin typeface="Noto Sans"/>
              </a:rPr>
              <a:t>Для правки структуры щёлкните мышью</a:t>
            </a:r>
            <a:endParaRPr b="0" lang="ru-RU" sz="3200" strike="noStrike" u="none">
              <a:solidFill>
                <a:srgbClr val="000000"/>
              </a:solidFill>
              <a:effectLst/>
              <a:uFillTx/>
              <a:latin typeface="Noto Sans"/>
            </a:endParaRPr>
          </a:p>
          <a:p>
            <a:pPr lvl="1" marL="864000" indent="-324000">
              <a:spcBef>
                <a:spcPts val="1134"/>
              </a:spcBef>
              <a:buClr>
                <a:srgbClr val="000000"/>
              </a:buClr>
              <a:buSzPct val="75000"/>
              <a:buFont typeface="Symbol" charset="2"/>
              <a:buChar char=""/>
            </a:pPr>
            <a:r>
              <a:rPr b="0" lang="ru-RU" sz="2800" strike="noStrike" u="none">
                <a:solidFill>
                  <a:srgbClr val="000000"/>
                </a:solidFill>
                <a:effectLst/>
                <a:uFillTx/>
                <a:latin typeface="Noto Sans"/>
              </a:rPr>
              <a:t>Второй уровень структуры</a:t>
            </a:r>
            <a:endParaRPr b="0" lang="ru-RU" sz="2800" strike="noStrike" u="none">
              <a:solidFill>
                <a:srgbClr val="000000"/>
              </a:solidFill>
              <a:effectLst/>
              <a:uFillTx/>
              <a:latin typeface="Noto Sans"/>
            </a:endParaRPr>
          </a:p>
          <a:p>
            <a:pPr lvl="2" marL="1296000" indent="-288000">
              <a:spcBef>
                <a:spcPts val="850"/>
              </a:spcBef>
              <a:buClr>
                <a:srgbClr val="000000"/>
              </a:buClr>
              <a:buSzPct val="45000"/>
              <a:buFont typeface="Wingdings" charset="2"/>
              <a:buChar char=""/>
            </a:pPr>
            <a:r>
              <a:rPr b="0" lang="ru-RU" sz="2400" strike="noStrike" u="none">
                <a:solidFill>
                  <a:srgbClr val="000000"/>
                </a:solidFill>
                <a:effectLst/>
                <a:uFillTx/>
                <a:latin typeface="Noto Sans"/>
              </a:rPr>
              <a:t>Третий уровень структуры</a:t>
            </a:r>
            <a:endParaRPr b="0" lang="ru-RU" sz="2400" strike="noStrike" u="none">
              <a:solidFill>
                <a:srgbClr val="000000"/>
              </a:solidFill>
              <a:effectLst/>
              <a:uFillTx/>
              <a:latin typeface="Noto Sans"/>
            </a:endParaRPr>
          </a:p>
          <a:p>
            <a:pPr lvl="3" marL="1728000" indent="-216000">
              <a:spcBef>
                <a:spcPts val="567"/>
              </a:spcBef>
              <a:buClr>
                <a:srgbClr val="000000"/>
              </a:buClr>
              <a:buSzPct val="75000"/>
              <a:buFont typeface="Symbol" charset="2"/>
              <a:buChar char=""/>
            </a:pPr>
            <a:r>
              <a:rPr b="0" lang="ru-RU" sz="2000" strike="noStrike" u="none">
                <a:solidFill>
                  <a:srgbClr val="000000"/>
                </a:solidFill>
                <a:effectLst/>
                <a:uFillTx/>
                <a:latin typeface="Noto Sans"/>
              </a:rPr>
              <a:t>Четвёртый уровень структуры</a:t>
            </a:r>
            <a:endParaRPr b="0" lang="ru-RU" sz="2000" strike="noStrike" u="none">
              <a:solidFill>
                <a:srgbClr val="000000"/>
              </a:solidFill>
              <a:effectLst/>
              <a:uFillTx/>
              <a:latin typeface="Noto Sans"/>
            </a:endParaRPr>
          </a:p>
          <a:p>
            <a:pPr lvl="4" marL="2160000" indent="-216000">
              <a:spcBef>
                <a:spcPts val="283"/>
              </a:spcBef>
              <a:buClr>
                <a:srgbClr val="000000"/>
              </a:buClr>
              <a:buSzPct val="45000"/>
              <a:buFont typeface="Wingdings" charset="2"/>
              <a:buChar char=""/>
            </a:pPr>
            <a:r>
              <a:rPr b="0" lang="ru-RU" sz="2000" strike="noStrike" u="none">
                <a:solidFill>
                  <a:srgbClr val="000000"/>
                </a:solidFill>
                <a:effectLst/>
                <a:uFillTx/>
                <a:latin typeface="Noto Sans"/>
              </a:rPr>
              <a:t>Пятый уровень структуры</a:t>
            </a:r>
            <a:endParaRPr b="0" lang="ru-RU" sz="2000" strike="noStrike" u="none">
              <a:solidFill>
                <a:srgbClr val="000000"/>
              </a:solidFill>
              <a:effectLst/>
              <a:uFillTx/>
              <a:latin typeface="Noto Sans"/>
            </a:endParaRPr>
          </a:p>
          <a:p>
            <a:pPr lvl="5" marL="2592000" indent="-216000">
              <a:spcBef>
                <a:spcPts val="283"/>
              </a:spcBef>
              <a:buClr>
                <a:srgbClr val="000000"/>
              </a:buClr>
              <a:buSzPct val="45000"/>
              <a:buFont typeface="Wingdings" charset="2"/>
              <a:buChar char=""/>
            </a:pPr>
            <a:r>
              <a:rPr b="0" lang="ru-RU" sz="2000" strike="noStrike" u="none">
                <a:solidFill>
                  <a:srgbClr val="000000"/>
                </a:solidFill>
                <a:effectLst/>
                <a:uFillTx/>
                <a:latin typeface="Noto Sans"/>
              </a:rPr>
              <a:t>Шестой уровень структуры</a:t>
            </a:r>
            <a:endParaRPr b="0" lang="ru-RU" sz="2000" strike="noStrike" u="none">
              <a:solidFill>
                <a:srgbClr val="000000"/>
              </a:solidFill>
              <a:effectLst/>
              <a:uFillTx/>
              <a:latin typeface="Noto Sans"/>
            </a:endParaRPr>
          </a:p>
          <a:p>
            <a:pPr lvl="6" marL="3024000" indent="-216000">
              <a:spcBef>
                <a:spcPts val="283"/>
              </a:spcBef>
              <a:buClr>
                <a:srgbClr val="000000"/>
              </a:buClr>
              <a:buSzPct val="45000"/>
              <a:buFont typeface="Wingdings" charset="2"/>
              <a:buChar char=""/>
            </a:pPr>
            <a:r>
              <a:rPr b="0" lang="ru-RU" sz="2000" strike="noStrike" u="none">
                <a:solidFill>
                  <a:srgbClr val="000000"/>
                </a:solidFill>
                <a:effectLst/>
                <a:uFillTx/>
                <a:latin typeface="Noto Sans"/>
              </a:rPr>
              <a:t>Седьмой уровень структуры</a:t>
            </a:r>
            <a:endParaRPr b="0" lang="ru-RU" sz="2000" strike="noStrike" u="none">
              <a:solidFill>
                <a:srgbClr val="000000"/>
              </a:solidFill>
              <a:effectLst/>
              <a:uFillTx/>
              <a:latin typeface="Noto Sans"/>
            </a:endParaRPr>
          </a:p>
        </p:txBody>
      </p:sp>
      <p:sp>
        <p:nvSpPr>
          <p:cNvPr id="46" name="PlaceHolder 3"/>
          <p:cNvSpPr>
            <a:spLocks noGrp="1"/>
          </p:cNvSpPr>
          <p:nvPr>
            <p:ph type="dt" idx="19"/>
          </p:nvPr>
        </p:nvSpPr>
        <p:spPr>
          <a:xfrm>
            <a:off x="504000" y="5328000"/>
            <a:ext cx="2347200" cy="242640"/>
          </a:xfrm>
          <a:prstGeom prst="rect">
            <a:avLst/>
          </a:prstGeom>
          <a:noFill/>
          <a:ln w="0">
            <a:noFill/>
          </a:ln>
        </p:spPr>
        <p:txBody>
          <a:bodyPr lIns="0" rIns="0" tIns="0" bIns="0" anchor="t">
            <a:spAutoFit/>
          </a:bodyPr>
          <a:lstStyle>
            <a:lvl1pPr indent="0">
              <a:buNone/>
              <a:defRPr b="0" lang="ru-RU" sz="1400" strike="noStrike" u="none">
                <a:solidFill>
                  <a:srgbClr val="000000"/>
                </a:solidFill>
                <a:effectLst/>
                <a:uFillTx/>
                <a:latin typeface="Noto Sans"/>
              </a:defRPr>
            </a:lvl1pPr>
          </a:lstStyle>
          <a:p>
            <a:pPr indent="0">
              <a:buNone/>
            </a:pPr>
            <a:r>
              <a:rPr b="0" lang="ru-RU" sz="1400" strike="noStrike" u="none">
                <a:solidFill>
                  <a:srgbClr val="000000"/>
                </a:solidFill>
                <a:effectLst/>
                <a:uFillTx/>
                <a:latin typeface="Noto Sans"/>
              </a:rPr>
              <a:t>&lt;дата/время&gt;</a:t>
            </a:r>
            <a:endParaRPr b="0" lang="ru-RU" sz="1400" strike="noStrike" u="none">
              <a:solidFill>
                <a:srgbClr val="000000"/>
              </a:solidFill>
              <a:effectLst/>
              <a:uFillTx/>
              <a:latin typeface="Noto Sans"/>
            </a:endParaRPr>
          </a:p>
        </p:txBody>
      </p:sp>
      <p:sp>
        <p:nvSpPr>
          <p:cNvPr id="47" name="PlaceHolder 4"/>
          <p:cNvSpPr>
            <a:spLocks noGrp="1"/>
          </p:cNvSpPr>
          <p:nvPr>
            <p:ph type="ftr" idx="20"/>
          </p:nvPr>
        </p:nvSpPr>
        <p:spPr>
          <a:xfrm>
            <a:off x="3420000" y="5328000"/>
            <a:ext cx="3240000" cy="242640"/>
          </a:xfrm>
          <a:prstGeom prst="rect">
            <a:avLst/>
          </a:prstGeom>
          <a:noFill/>
          <a:ln w="0">
            <a:noFill/>
          </a:ln>
        </p:spPr>
        <p:txBody>
          <a:bodyPr lIns="0" rIns="0" tIns="0" bIns="0" anchor="t">
            <a:spAutoFit/>
          </a:bodyPr>
          <a:lstStyle>
            <a:lvl1pPr indent="0" algn="ctr">
              <a:buNone/>
              <a:defRPr b="0" lang="ru-RU" sz="1400" strike="noStrike" u="none">
                <a:solidFill>
                  <a:srgbClr val="000000"/>
                </a:solidFill>
                <a:effectLst/>
                <a:uFillTx/>
                <a:latin typeface="Noto Sans"/>
              </a:defRPr>
            </a:lvl1pPr>
          </a:lstStyle>
          <a:p>
            <a:pPr indent="0" algn="ctr">
              <a:buNone/>
            </a:pPr>
            <a:r>
              <a:rPr b="0" lang="ru-RU" sz="1400" strike="noStrike" u="none">
                <a:solidFill>
                  <a:srgbClr val="000000"/>
                </a:solidFill>
                <a:effectLst/>
                <a:uFillTx/>
                <a:latin typeface="Noto Sans"/>
              </a:rPr>
              <a:t>&lt;нижний колонтитул&gt;</a:t>
            </a:r>
            <a:endParaRPr b="0" lang="ru-RU" sz="1400" strike="noStrike" u="none">
              <a:solidFill>
                <a:srgbClr val="000000"/>
              </a:solidFill>
              <a:effectLst/>
              <a:uFillTx/>
              <a:latin typeface="Noto Sans"/>
            </a:endParaRPr>
          </a:p>
        </p:txBody>
      </p:sp>
      <p:sp>
        <p:nvSpPr>
          <p:cNvPr id="48" name="PlaceHolder 5"/>
          <p:cNvSpPr>
            <a:spLocks noGrp="1"/>
          </p:cNvSpPr>
          <p:nvPr>
            <p:ph type="sldNum" idx="21"/>
          </p:nvPr>
        </p:nvSpPr>
        <p:spPr>
          <a:xfrm>
            <a:off x="7228800" y="5328000"/>
            <a:ext cx="2347200" cy="242640"/>
          </a:xfrm>
          <a:prstGeom prst="rect">
            <a:avLst/>
          </a:prstGeom>
          <a:noFill/>
          <a:ln w="0">
            <a:noFill/>
          </a:ln>
        </p:spPr>
        <p:txBody>
          <a:bodyPr lIns="0" rIns="0" tIns="0" bIns="0" anchor="t">
            <a:spAutoFit/>
          </a:bodyPr>
          <a:lstStyle>
            <a:lvl1pPr indent="0" algn="r">
              <a:buNone/>
              <a:defRPr b="0" lang="ru-RU" sz="1400" strike="noStrike" u="none">
                <a:solidFill>
                  <a:srgbClr val="ffffff"/>
                </a:solidFill>
                <a:effectLst/>
                <a:uFillTx/>
                <a:latin typeface="Noto Sans"/>
              </a:defRPr>
            </a:lvl1pPr>
          </a:lstStyle>
          <a:p>
            <a:pPr indent="0" algn="r">
              <a:buNone/>
            </a:pPr>
            <a:fld id="{A2F3AD1D-E5B8-4861-A660-95EC27B039C0}" type="slidenum">
              <a:rPr b="0" lang="ru-RU" sz="1400" strike="noStrike" u="none">
                <a:solidFill>
                  <a:srgbClr val="ffffff"/>
                </a:solidFill>
                <a:effectLst/>
                <a:uFillTx/>
                <a:latin typeface="Noto Sans"/>
              </a:rPr>
              <a:t>&lt;номер&gt;</a:t>
            </a:fld>
            <a:endParaRPr b="0" lang="ru-RU" sz="1400" strike="noStrike" u="none">
              <a:solidFill>
                <a:srgbClr val="000000"/>
              </a:solidFill>
              <a:effectLst/>
              <a:uFillTx/>
              <a:latin typeface="Noto Sans"/>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able">
    <p:spTree>
      <p:nvGrpSpPr>
        <p:cNvPr id="1" name=""/>
        <p:cNvGrpSpPr/>
        <p:nvPr/>
      </p:nvGrpSpPr>
      <p:grpSpPr>
        <a:xfrm>
          <a:off x="0" y="0"/>
          <a:ext cx="0" cy="0"/>
          <a:chOff x="0" y="0"/>
          <a:chExt cx="0" cy="0"/>
        </a:xfrm>
      </p:grpSpPr>
      <p:sp>
        <p:nvSpPr>
          <p:cNvPr id="49" name=""/>
          <p:cNvSpPr/>
          <p:nvPr/>
        </p:nvSpPr>
        <p:spPr>
          <a:xfrm>
            <a:off x="0" y="0"/>
            <a:ext cx="10080360" cy="1645920"/>
          </a:xfrm>
          <a:custGeom>
            <a:avLst/>
            <a:gdLst/>
            <a:ahLst/>
            <a:rect l="0" t="0" r="r" b="b"/>
            <a:pathLst>
              <a:path w="28001" h="4572">
                <a:moveTo>
                  <a:pt x="0" y="4572"/>
                </a:moveTo>
                <a:lnTo>
                  <a:pt x="0" y="0"/>
                </a:lnTo>
                <a:lnTo>
                  <a:pt x="28001" y="0"/>
                </a:lnTo>
                <a:lnTo>
                  <a:pt x="0" y="4572"/>
                </a:lnTo>
                <a:close/>
              </a:path>
            </a:pathLst>
          </a:custGeom>
          <a:solidFill>
            <a:srgbClr val="0d84a1"/>
          </a:solidFill>
          <a:ln w="0">
            <a:noFill/>
          </a:ln>
        </p:spPr>
        <p:txBody>
          <a:bodyPr lIns="0" rIns="0" tIns="0" bIns="0" anchor="ctr">
            <a:noAutofit/>
          </a:bodyPr>
          <a:p>
            <a:pPr algn="ctr"/>
            <a:endParaRPr b="0" lang="ru-RU" sz="1800" strike="noStrike" u="none">
              <a:solidFill>
                <a:srgbClr val="ffffff"/>
              </a:solidFill>
              <a:effectLst/>
              <a:uFillTx/>
              <a:latin typeface="Noto Sans"/>
            </a:endParaRPr>
          </a:p>
        </p:txBody>
      </p:sp>
      <p:sp>
        <p:nvSpPr>
          <p:cNvPr id="50" name=""/>
          <p:cNvSpPr/>
          <p:nvPr/>
        </p:nvSpPr>
        <p:spPr>
          <a:xfrm>
            <a:off x="4104000" y="4842000"/>
            <a:ext cx="5976360" cy="828360"/>
          </a:xfrm>
          <a:custGeom>
            <a:avLst/>
            <a:gdLst/>
            <a:ahLst/>
            <a:rect l="0" t="0" r="r" b="b"/>
            <a:pathLst>
              <a:path w="16601" h="2301">
                <a:moveTo>
                  <a:pt x="0" y="2301"/>
                </a:moveTo>
                <a:lnTo>
                  <a:pt x="16601" y="2301"/>
                </a:lnTo>
                <a:lnTo>
                  <a:pt x="16601" y="0"/>
                </a:lnTo>
                <a:lnTo>
                  <a:pt x="0" y="2301"/>
                </a:lnTo>
                <a:close/>
              </a:path>
            </a:pathLst>
          </a:custGeom>
          <a:solidFill>
            <a:srgbClr val="0d84a1"/>
          </a:solidFill>
          <a:ln w="0">
            <a:noFill/>
          </a:ln>
        </p:spPr>
        <p:txBody>
          <a:bodyPr lIns="0" rIns="0" tIns="0" bIns="0" anchor="ctr">
            <a:noAutofit/>
          </a:bodyPr>
          <a:p>
            <a:pPr algn="ctr"/>
            <a:endParaRPr b="0" lang="ru-RU" sz="1800" strike="noStrike" u="none">
              <a:solidFill>
                <a:srgbClr val="ffffff"/>
              </a:solidFill>
              <a:effectLst/>
              <a:uFillTx/>
              <a:latin typeface="Noto Sans"/>
            </a:endParaRPr>
          </a:p>
        </p:txBody>
      </p:sp>
      <p:sp>
        <p:nvSpPr>
          <p:cNvPr id="51" name="PlaceHolder 1"/>
          <p:cNvSpPr>
            <a:spLocks noGrp="1"/>
          </p:cNvSpPr>
          <p:nvPr>
            <p:ph type="title"/>
          </p:nvPr>
        </p:nvSpPr>
        <p:spPr>
          <a:xfrm>
            <a:off x="504000" y="216000"/>
            <a:ext cx="9072000" cy="1080000"/>
          </a:xfrm>
          <a:prstGeom prst="rect">
            <a:avLst/>
          </a:prstGeom>
          <a:noFill/>
          <a:ln w="0">
            <a:noFill/>
          </a:ln>
        </p:spPr>
        <p:txBody>
          <a:bodyPr lIns="0" rIns="0" tIns="0" bIns="0" anchor="ctr">
            <a:normAutofit fontScale="70000" lnSpcReduction="19999"/>
          </a:bodyPr>
          <a:p>
            <a:pPr indent="0" algn="ctr">
              <a:buNone/>
            </a:pPr>
            <a:r>
              <a:rPr b="1" lang="ru-RU" sz="5400" strike="noStrike" u="none">
                <a:solidFill>
                  <a:srgbClr val="ffffff"/>
                </a:solidFill>
                <a:effectLst/>
                <a:highlight>
                  <a:srgbClr val="0d84a1"/>
                </a:highlight>
                <a:uFillTx/>
                <a:latin typeface="Noto Sans"/>
              </a:rPr>
              <a:t>Для правки текста заглавия щёлкните мышью</a:t>
            </a:r>
            <a:endParaRPr b="1" lang="ru-RU" sz="5400" strike="noStrike" u="none">
              <a:solidFill>
                <a:srgbClr val="ffffff"/>
              </a:solidFill>
              <a:effectLst/>
              <a:highlight>
                <a:srgbClr val="0d84a1"/>
              </a:highlight>
              <a:uFillTx/>
              <a:latin typeface="Noto Sans"/>
            </a:endParaRPr>
          </a:p>
        </p:txBody>
      </p:sp>
      <p:sp>
        <p:nvSpPr>
          <p:cNvPr id="52" name="PlaceHolder 2"/>
          <p:cNvSpPr>
            <a:spLocks noGrp="1"/>
          </p:cNvSpPr>
          <p:nvPr>
            <p:ph type="body"/>
          </p:nvPr>
        </p:nvSpPr>
        <p:spPr>
          <a:xfrm>
            <a:off x="504000" y="1326600"/>
            <a:ext cx="9068400" cy="3287520"/>
          </a:xfrm>
          <a:prstGeom prst="rect">
            <a:avLst/>
          </a:prstGeom>
          <a:noFill/>
          <a:ln w="0">
            <a:noFill/>
          </a:ln>
        </p:spPr>
        <p:txBody>
          <a:bodyPr lIns="0" rIns="0" tIns="0" bIns="0" anchor="t">
            <a:normAutofit/>
          </a:bodyPr>
          <a:p>
            <a:pPr marL="432000" indent="-324000">
              <a:spcBef>
                <a:spcPts val="1417"/>
              </a:spcBef>
              <a:buClr>
                <a:srgbClr val="666666"/>
              </a:buClr>
              <a:buSzPct val="45000"/>
              <a:buFont typeface="Wingdings" charset="2"/>
              <a:buChar char=""/>
            </a:pPr>
            <a:r>
              <a:rPr b="0" lang="ru-RU" sz="3200" strike="noStrike" u="none">
                <a:solidFill>
                  <a:srgbClr val="666666"/>
                </a:solidFill>
                <a:effectLst/>
                <a:uFillTx/>
                <a:latin typeface="Noto Sans"/>
              </a:rPr>
              <a:t>Для правки структуры щёлкните мышью</a:t>
            </a:r>
            <a:endParaRPr b="0" lang="ru-RU" sz="3200" strike="noStrike" u="none">
              <a:solidFill>
                <a:srgbClr val="666666"/>
              </a:solidFill>
              <a:effectLst/>
              <a:uFillTx/>
              <a:latin typeface="Noto Sans"/>
            </a:endParaRPr>
          </a:p>
          <a:p>
            <a:pPr lvl="1" marL="864000" indent="-324000">
              <a:spcBef>
                <a:spcPts val="1134"/>
              </a:spcBef>
              <a:buClr>
                <a:srgbClr val="666666"/>
              </a:buClr>
              <a:buSzPct val="75000"/>
              <a:buFont typeface="Symbol" charset="2"/>
              <a:buChar char=""/>
            </a:pPr>
            <a:r>
              <a:rPr b="0" lang="ru-RU" sz="2800" strike="noStrike" u="none">
                <a:solidFill>
                  <a:srgbClr val="666666"/>
                </a:solidFill>
                <a:effectLst/>
                <a:uFillTx/>
                <a:latin typeface="Noto Sans"/>
              </a:rPr>
              <a:t>Второй уровень структуры</a:t>
            </a:r>
            <a:endParaRPr b="0" lang="ru-RU" sz="2800" strike="noStrike" u="none">
              <a:solidFill>
                <a:srgbClr val="666666"/>
              </a:solidFill>
              <a:effectLst/>
              <a:uFillTx/>
              <a:latin typeface="Noto Sans"/>
            </a:endParaRPr>
          </a:p>
          <a:p>
            <a:pPr lvl="2" marL="1296000" indent="-288000">
              <a:spcBef>
                <a:spcPts val="850"/>
              </a:spcBef>
              <a:buClr>
                <a:srgbClr val="666666"/>
              </a:buClr>
              <a:buSzPct val="45000"/>
              <a:buFont typeface="Wingdings" charset="2"/>
              <a:buChar char=""/>
            </a:pPr>
            <a:r>
              <a:rPr b="0" lang="ru-RU" sz="2400" strike="noStrike" u="none">
                <a:solidFill>
                  <a:srgbClr val="666666"/>
                </a:solidFill>
                <a:effectLst/>
                <a:uFillTx/>
                <a:latin typeface="Noto Sans"/>
              </a:rPr>
              <a:t>Третий уровень структуры</a:t>
            </a:r>
            <a:endParaRPr b="0" lang="ru-RU" sz="2400" strike="noStrike" u="none">
              <a:solidFill>
                <a:srgbClr val="666666"/>
              </a:solidFill>
              <a:effectLst/>
              <a:uFillTx/>
              <a:latin typeface="Noto Sans"/>
            </a:endParaRPr>
          </a:p>
          <a:p>
            <a:pPr lvl="3" marL="1728000" indent="-216000">
              <a:spcBef>
                <a:spcPts val="567"/>
              </a:spcBef>
              <a:buClr>
                <a:srgbClr val="666666"/>
              </a:buClr>
              <a:buSzPct val="75000"/>
              <a:buFont typeface="Symbol" charset="2"/>
              <a:buChar char=""/>
            </a:pPr>
            <a:r>
              <a:rPr b="0" lang="ru-RU" sz="2000" strike="noStrike" u="none">
                <a:solidFill>
                  <a:srgbClr val="666666"/>
                </a:solidFill>
                <a:effectLst/>
                <a:uFillTx/>
                <a:latin typeface="Noto Sans"/>
              </a:rPr>
              <a:t>Четвёртый уровень структуры</a:t>
            </a:r>
            <a:endParaRPr b="0" lang="ru-RU" sz="2000" strike="noStrike" u="none">
              <a:solidFill>
                <a:srgbClr val="666666"/>
              </a:solidFill>
              <a:effectLst/>
              <a:uFillTx/>
              <a:latin typeface="Noto Sans"/>
            </a:endParaRPr>
          </a:p>
          <a:p>
            <a:pPr lvl="4" marL="2160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Пятый уровень структуры</a:t>
            </a:r>
            <a:endParaRPr b="0" lang="ru-RU" sz="2000" strike="noStrike" u="none">
              <a:solidFill>
                <a:srgbClr val="666666"/>
              </a:solidFill>
              <a:effectLst/>
              <a:uFillTx/>
              <a:latin typeface="Noto Sans"/>
            </a:endParaRPr>
          </a:p>
          <a:p>
            <a:pPr lvl="5" marL="2592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Шестой уровень структуры</a:t>
            </a:r>
            <a:endParaRPr b="0" lang="ru-RU" sz="2000" strike="noStrike" u="none">
              <a:solidFill>
                <a:srgbClr val="666666"/>
              </a:solidFill>
              <a:effectLst/>
              <a:uFillTx/>
              <a:latin typeface="Noto Sans"/>
            </a:endParaRPr>
          </a:p>
          <a:p>
            <a:pPr lvl="6" marL="3024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Седьмой уровень структуры</a:t>
            </a:r>
            <a:endParaRPr b="0" lang="ru-RU" sz="2000" strike="noStrike" u="none">
              <a:solidFill>
                <a:srgbClr val="666666"/>
              </a:solidFill>
              <a:effectLst/>
              <a:uFillTx/>
              <a:latin typeface="Noto Sans"/>
            </a:endParaRPr>
          </a:p>
        </p:txBody>
      </p:sp>
      <p:sp>
        <p:nvSpPr>
          <p:cNvPr id="53" name="PlaceHolder 3"/>
          <p:cNvSpPr>
            <a:spLocks noGrp="1"/>
          </p:cNvSpPr>
          <p:nvPr>
            <p:ph type="dt" idx="22"/>
          </p:nvPr>
        </p:nvSpPr>
        <p:spPr>
          <a:xfrm>
            <a:off x="504000" y="5328000"/>
            <a:ext cx="2347200" cy="242640"/>
          </a:xfrm>
          <a:prstGeom prst="rect">
            <a:avLst/>
          </a:prstGeom>
          <a:noFill/>
          <a:ln w="0">
            <a:noFill/>
          </a:ln>
        </p:spPr>
        <p:txBody>
          <a:bodyPr lIns="0" rIns="0" tIns="0" bIns="0" anchor="t">
            <a:spAutoFit/>
          </a:bodyPr>
          <a:lstStyle>
            <a:lvl1pPr indent="0">
              <a:buNone/>
              <a:defRPr b="0" lang="ru-RU" sz="1400" strike="noStrike" u="none">
                <a:solidFill>
                  <a:srgbClr val="000000"/>
                </a:solidFill>
                <a:effectLst/>
                <a:uFillTx/>
                <a:latin typeface="Noto Sans"/>
              </a:defRPr>
            </a:lvl1pPr>
          </a:lstStyle>
          <a:p>
            <a:pPr indent="0">
              <a:buNone/>
            </a:pPr>
            <a:r>
              <a:rPr b="0" lang="ru-RU" sz="1400" strike="noStrike" u="none">
                <a:solidFill>
                  <a:srgbClr val="000000"/>
                </a:solidFill>
                <a:effectLst/>
                <a:uFillTx/>
                <a:latin typeface="Noto Sans"/>
              </a:rPr>
              <a:t>&lt;дата/время&gt;</a:t>
            </a:r>
            <a:endParaRPr b="0" lang="ru-RU" sz="1400" strike="noStrike" u="none">
              <a:solidFill>
                <a:srgbClr val="000000"/>
              </a:solidFill>
              <a:effectLst/>
              <a:uFillTx/>
              <a:latin typeface="Noto Sans"/>
            </a:endParaRPr>
          </a:p>
        </p:txBody>
      </p:sp>
      <p:sp>
        <p:nvSpPr>
          <p:cNvPr id="54" name="PlaceHolder 4"/>
          <p:cNvSpPr>
            <a:spLocks noGrp="1"/>
          </p:cNvSpPr>
          <p:nvPr>
            <p:ph type="ftr" idx="23"/>
          </p:nvPr>
        </p:nvSpPr>
        <p:spPr>
          <a:xfrm>
            <a:off x="3420000" y="5328000"/>
            <a:ext cx="3240000" cy="242640"/>
          </a:xfrm>
          <a:prstGeom prst="rect">
            <a:avLst/>
          </a:prstGeom>
          <a:noFill/>
          <a:ln w="0">
            <a:noFill/>
          </a:ln>
        </p:spPr>
        <p:txBody>
          <a:bodyPr lIns="0" rIns="0" tIns="0" bIns="0" anchor="t">
            <a:spAutoFit/>
          </a:bodyPr>
          <a:lstStyle>
            <a:lvl1pPr indent="0" algn="ctr">
              <a:buNone/>
              <a:defRPr b="0" lang="ru-RU" sz="1400" strike="noStrike" u="none">
                <a:solidFill>
                  <a:srgbClr val="000000"/>
                </a:solidFill>
                <a:effectLst/>
                <a:uFillTx/>
                <a:latin typeface="Noto Sans"/>
              </a:defRPr>
            </a:lvl1pPr>
          </a:lstStyle>
          <a:p>
            <a:pPr indent="0" algn="ctr">
              <a:buNone/>
            </a:pPr>
            <a:r>
              <a:rPr b="0" lang="ru-RU" sz="1400" strike="noStrike" u="none">
                <a:solidFill>
                  <a:srgbClr val="000000"/>
                </a:solidFill>
                <a:effectLst/>
                <a:uFillTx/>
                <a:latin typeface="Noto Sans"/>
              </a:rPr>
              <a:t>&lt;нижний колонтитул&gt;</a:t>
            </a:r>
            <a:endParaRPr b="0" lang="ru-RU" sz="1400" strike="noStrike" u="none">
              <a:solidFill>
                <a:srgbClr val="000000"/>
              </a:solidFill>
              <a:effectLst/>
              <a:uFillTx/>
              <a:latin typeface="Noto Sans"/>
            </a:endParaRPr>
          </a:p>
        </p:txBody>
      </p:sp>
      <p:sp>
        <p:nvSpPr>
          <p:cNvPr id="55" name="PlaceHolder 5"/>
          <p:cNvSpPr>
            <a:spLocks noGrp="1"/>
          </p:cNvSpPr>
          <p:nvPr>
            <p:ph type="sldNum" idx="24"/>
          </p:nvPr>
        </p:nvSpPr>
        <p:spPr>
          <a:xfrm>
            <a:off x="7228800" y="5328000"/>
            <a:ext cx="2347200" cy="242640"/>
          </a:xfrm>
          <a:prstGeom prst="rect">
            <a:avLst/>
          </a:prstGeom>
          <a:noFill/>
          <a:ln w="0">
            <a:noFill/>
          </a:ln>
        </p:spPr>
        <p:txBody>
          <a:bodyPr lIns="0" rIns="0" tIns="0" bIns="0" anchor="t">
            <a:spAutoFit/>
          </a:bodyPr>
          <a:lstStyle>
            <a:lvl1pPr indent="0" algn="r">
              <a:buNone/>
              <a:defRPr b="0" lang="ru-RU" sz="1400" strike="noStrike" u="none">
                <a:solidFill>
                  <a:srgbClr val="ffffff"/>
                </a:solidFill>
                <a:effectLst/>
                <a:uFillTx/>
                <a:latin typeface="Noto Sans"/>
              </a:defRPr>
            </a:lvl1pPr>
          </a:lstStyle>
          <a:p>
            <a:pPr indent="0" algn="r">
              <a:buNone/>
            </a:pPr>
            <a:fld id="{036EBD7B-3F56-4627-B1D4-6CC070E9BEA7}" type="slidenum">
              <a:rPr b="0" lang="ru-RU" sz="1400" strike="noStrike" u="none">
                <a:solidFill>
                  <a:srgbClr val="ffffff"/>
                </a:solidFill>
                <a:effectLst/>
                <a:uFillTx/>
                <a:latin typeface="Noto Sans"/>
              </a:rPr>
              <a:t>&lt;номер&gt;</a:t>
            </a:fld>
            <a:endParaRPr b="0" lang="ru-RU" sz="1400" strike="noStrike" u="none">
              <a:solidFill>
                <a:srgbClr val="000000"/>
              </a:solidFill>
              <a:effectLst/>
              <a:uFillTx/>
              <a:latin typeface="Noto Sans"/>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eft Bar">
    <p:spTree>
      <p:nvGrpSpPr>
        <p:cNvPr id="1" name=""/>
        <p:cNvGrpSpPr/>
        <p:nvPr/>
      </p:nvGrpSpPr>
      <p:grpSpPr>
        <a:xfrm>
          <a:off x="0" y="0"/>
          <a:ext cx="0" cy="0"/>
          <a:chOff x="0" y="0"/>
          <a:chExt cx="0" cy="0"/>
        </a:xfrm>
      </p:grpSpPr>
      <p:sp>
        <p:nvSpPr>
          <p:cNvPr id="56" name=""/>
          <p:cNvSpPr/>
          <p:nvPr/>
        </p:nvSpPr>
        <p:spPr>
          <a:xfrm>
            <a:off x="0" y="0"/>
            <a:ext cx="1620000" cy="5670000"/>
          </a:xfrm>
          <a:prstGeom prst="rect">
            <a:avLst/>
          </a:prstGeom>
          <a:solidFill>
            <a:srgbClr val="0d84a1"/>
          </a:solidFill>
          <a:ln w="0">
            <a:noFill/>
          </a:ln>
        </p:spPr>
        <p:style>
          <a:lnRef idx="0"/>
          <a:fillRef idx="0"/>
          <a:effectRef idx="0"/>
          <a:fontRef idx="minor"/>
        </p:style>
        <p:txBody>
          <a:bodyPr wrap="none" lIns="0" rIns="0" tIns="0" bIns="0" anchor="ctr">
            <a:noAutofit/>
          </a:bodyPr>
          <a:p>
            <a:pPr algn="ctr"/>
            <a:endParaRPr b="0" lang="ru-RU" sz="1800" strike="noStrike" u="none">
              <a:solidFill>
                <a:srgbClr val="ffffff"/>
              </a:solidFill>
              <a:effectLst/>
              <a:uFillTx/>
              <a:latin typeface="Noto Sans"/>
            </a:endParaRPr>
          </a:p>
        </p:txBody>
      </p:sp>
      <p:sp>
        <p:nvSpPr>
          <p:cNvPr id="57" name="PlaceHolder 1"/>
          <p:cNvSpPr>
            <a:spLocks noGrp="1"/>
          </p:cNvSpPr>
          <p:nvPr>
            <p:ph type="title"/>
          </p:nvPr>
        </p:nvSpPr>
        <p:spPr>
          <a:xfrm rot="16200000">
            <a:off x="-1709640" y="2160000"/>
            <a:ext cx="5040000" cy="1260000"/>
          </a:xfrm>
          <a:prstGeom prst="rect">
            <a:avLst/>
          </a:prstGeom>
          <a:noFill/>
          <a:ln w="0">
            <a:noFill/>
          </a:ln>
        </p:spPr>
        <p:txBody>
          <a:bodyPr lIns="0" rIns="0" tIns="0" bIns="0" anchor="ctr">
            <a:normAutofit fontScale="70000" lnSpcReduction="19999"/>
          </a:bodyPr>
          <a:p>
            <a:pPr indent="0" algn="ctr">
              <a:buNone/>
            </a:pPr>
            <a:r>
              <a:rPr b="1" lang="ru-RU" sz="4400" strike="noStrike" u="none">
                <a:solidFill>
                  <a:srgbClr val="ffffff"/>
                </a:solidFill>
                <a:effectLst/>
                <a:uFillTx/>
                <a:latin typeface="Noto Sans"/>
              </a:rPr>
              <a:t>Для правки текста заглавия щёлкните мышью</a:t>
            </a:r>
            <a:endParaRPr b="1" lang="ru-RU" sz="4400" strike="noStrike" u="none">
              <a:solidFill>
                <a:srgbClr val="ffffff"/>
              </a:solidFill>
              <a:effectLst/>
              <a:uFillTx/>
              <a:latin typeface="Noto Sans"/>
            </a:endParaRPr>
          </a:p>
        </p:txBody>
      </p:sp>
      <p:sp>
        <p:nvSpPr>
          <p:cNvPr id="58" name="PlaceHolder 2"/>
          <p:cNvSpPr>
            <a:spLocks noGrp="1"/>
          </p:cNvSpPr>
          <p:nvPr>
            <p:ph type="body"/>
          </p:nvPr>
        </p:nvSpPr>
        <p:spPr>
          <a:xfrm>
            <a:off x="1980000" y="180000"/>
            <a:ext cx="7560000" cy="4680000"/>
          </a:xfrm>
          <a:prstGeom prst="rect">
            <a:avLst/>
          </a:prstGeom>
          <a:noFill/>
          <a:ln w="0">
            <a:noFill/>
          </a:ln>
        </p:spPr>
        <p:txBody>
          <a:bodyPr lIns="0" rIns="0" tIns="0" bIns="0" anchor="t">
            <a:normAutofit/>
          </a:bodyPr>
          <a:p>
            <a:pPr marL="432000" indent="-324000">
              <a:spcBef>
                <a:spcPts val="1417"/>
              </a:spcBef>
              <a:buClr>
                <a:srgbClr val="666666"/>
              </a:buClr>
              <a:buSzPct val="45000"/>
              <a:buFont typeface="Wingdings" charset="2"/>
              <a:buChar char=""/>
            </a:pPr>
            <a:r>
              <a:rPr b="0" lang="ru-RU" sz="3200" strike="noStrike" u="none">
                <a:solidFill>
                  <a:srgbClr val="666666"/>
                </a:solidFill>
                <a:effectLst/>
                <a:uFillTx/>
                <a:latin typeface="Noto Sans"/>
              </a:rPr>
              <a:t>Для правки структуры щёлкните мышью</a:t>
            </a:r>
            <a:endParaRPr b="0" lang="ru-RU" sz="3200" strike="noStrike" u="none">
              <a:solidFill>
                <a:srgbClr val="666666"/>
              </a:solidFill>
              <a:effectLst/>
              <a:uFillTx/>
              <a:latin typeface="Noto Sans"/>
            </a:endParaRPr>
          </a:p>
          <a:p>
            <a:pPr lvl="1" marL="864000" indent="-324000">
              <a:spcBef>
                <a:spcPts val="1134"/>
              </a:spcBef>
              <a:buClr>
                <a:srgbClr val="666666"/>
              </a:buClr>
              <a:buSzPct val="75000"/>
              <a:buFont typeface="Symbol" charset="2"/>
              <a:buChar char=""/>
            </a:pPr>
            <a:r>
              <a:rPr b="0" lang="ru-RU" sz="2800" strike="noStrike" u="none">
                <a:solidFill>
                  <a:srgbClr val="666666"/>
                </a:solidFill>
                <a:effectLst/>
                <a:uFillTx/>
                <a:latin typeface="Noto Sans"/>
              </a:rPr>
              <a:t>Второй уровень структуры</a:t>
            </a:r>
            <a:endParaRPr b="0" lang="ru-RU" sz="2800" strike="noStrike" u="none">
              <a:solidFill>
                <a:srgbClr val="666666"/>
              </a:solidFill>
              <a:effectLst/>
              <a:uFillTx/>
              <a:latin typeface="Noto Sans"/>
            </a:endParaRPr>
          </a:p>
          <a:p>
            <a:pPr lvl="2" marL="1296000" indent="-288000">
              <a:spcBef>
                <a:spcPts val="850"/>
              </a:spcBef>
              <a:buClr>
                <a:srgbClr val="666666"/>
              </a:buClr>
              <a:buSzPct val="45000"/>
              <a:buFont typeface="Wingdings" charset="2"/>
              <a:buChar char=""/>
            </a:pPr>
            <a:r>
              <a:rPr b="0" lang="ru-RU" sz="2400" strike="noStrike" u="none">
                <a:solidFill>
                  <a:srgbClr val="666666"/>
                </a:solidFill>
                <a:effectLst/>
                <a:uFillTx/>
                <a:latin typeface="Noto Sans"/>
              </a:rPr>
              <a:t>Третий уровень структуры</a:t>
            </a:r>
            <a:endParaRPr b="0" lang="ru-RU" sz="2400" strike="noStrike" u="none">
              <a:solidFill>
                <a:srgbClr val="666666"/>
              </a:solidFill>
              <a:effectLst/>
              <a:uFillTx/>
              <a:latin typeface="Noto Sans"/>
            </a:endParaRPr>
          </a:p>
          <a:p>
            <a:pPr lvl="3" marL="1728000" indent="-216000">
              <a:spcBef>
                <a:spcPts val="567"/>
              </a:spcBef>
              <a:buClr>
                <a:srgbClr val="666666"/>
              </a:buClr>
              <a:buSzPct val="75000"/>
              <a:buFont typeface="Symbol" charset="2"/>
              <a:buChar char=""/>
            </a:pPr>
            <a:r>
              <a:rPr b="0" lang="ru-RU" sz="2000" strike="noStrike" u="none">
                <a:solidFill>
                  <a:srgbClr val="666666"/>
                </a:solidFill>
                <a:effectLst/>
                <a:uFillTx/>
                <a:latin typeface="Noto Sans"/>
              </a:rPr>
              <a:t>Четвёртый уровень структуры</a:t>
            </a:r>
            <a:endParaRPr b="0" lang="ru-RU" sz="2000" strike="noStrike" u="none">
              <a:solidFill>
                <a:srgbClr val="666666"/>
              </a:solidFill>
              <a:effectLst/>
              <a:uFillTx/>
              <a:latin typeface="Noto Sans"/>
            </a:endParaRPr>
          </a:p>
          <a:p>
            <a:pPr lvl="4" marL="2160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Пятый уровень структуры</a:t>
            </a:r>
            <a:endParaRPr b="0" lang="ru-RU" sz="2000" strike="noStrike" u="none">
              <a:solidFill>
                <a:srgbClr val="666666"/>
              </a:solidFill>
              <a:effectLst/>
              <a:uFillTx/>
              <a:latin typeface="Noto Sans"/>
            </a:endParaRPr>
          </a:p>
          <a:p>
            <a:pPr lvl="5" marL="2592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Шестой уровень структуры</a:t>
            </a:r>
            <a:endParaRPr b="0" lang="ru-RU" sz="2000" strike="noStrike" u="none">
              <a:solidFill>
                <a:srgbClr val="666666"/>
              </a:solidFill>
              <a:effectLst/>
              <a:uFillTx/>
              <a:latin typeface="Noto Sans"/>
            </a:endParaRPr>
          </a:p>
          <a:p>
            <a:pPr lvl="6" marL="3024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Седьмой уровень структуры</a:t>
            </a:r>
            <a:endParaRPr b="0" lang="ru-RU" sz="2000" strike="noStrike" u="none">
              <a:solidFill>
                <a:srgbClr val="666666"/>
              </a:solidFill>
              <a:effectLst/>
              <a:uFillTx/>
              <a:latin typeface="Noto Sans"/>
            </a:endParaRPr>
          </a:p>
        </p:txBody>
      </p:sp>
      <p:sp>
        <p:nvSpPr>
          <p:cNvPr id="59" name="PlaceHolder 3"/>
          <p:cNvSpPr>
            <a:spLocks noGrp="1"/>
          </p:cNvSpPr>
          <p:nvPr>
            <p:ph type="dt" idx="25"/>
          </p:nvPr>
        </p:nvSpPr>
        <p:spPr>
          <a:xfrm>
            <a:off x="504000" y="5328000"/>
            <a:ext cx="2347200" cy="242640"/>
          </a:xfrm>
          <a:prstGeom prst="rect">
            <a:avLst/>
          </a:prstGeom>
          <a:noFill/>
          <a:ln w="0">
            <a:noFill/>
          </a:ln>
        </p:spPr>
        <p:txBody>
          <a:bodyPr lIns="0" rIns="0" tIns="0" bIns="0" anchor="t">
            <a:spAutoFit/>
          </a:bodyPr>
          <a:lstStyle>
            <a:lvl1pPr indent="0">
              <a:buNone/>
              <a:defRPr b="0" lang="ru-RU" sz="1400" strike="noStrike" u="none">
                <a:solidFill>
                  <a:srgbClr val="ffffff"/>
                </a:solidFill>
                <a:effectLst/>
                <a:uFillTx/>
                <a:latin typeface="Noto Sans"/>
              </a:defRPr>
            </a:lvl1pPr>
          </a:lstStyle>
          <a:p>
            <a:pPr indent="0">
              <a:buNone/>
            </a:pPr>
            <a:r>
              <a:rPr b="0" lang="ru-RU" sz="1400" strike="noStrike" u="none">
                <a:solidFill>
                  <a:srgbClr val="ffffff"/>
                </a:solidFill>
                <a:effectLst/>
                <a:uFillTx/>
                <a:latin typeface="Noto Sans"/>
              </a:rPr>
              <a:t>&lt;дата/время&gt;</a:t>
            </a:r>
            <a:endParaRPr b="0" lang="ru-RU" sz="1400" strike="noStrike" u="none">
              <a:solidFill>
                <a:srgbClr val="000000"/>
              </a:solidFill>
              <a:effectLst/>
              <a:uFillTx/>
              <a:latin typeface="Noto Sans"/>
            </a:endParaRPr>
          </a:p>
        </p:txBody>
      </p:sp>
      <p:sp>
        <p:nvSpPr>
          <p:cNvPr id="60" name="PlaceHolder 4"/>
          <p:cNvSpPr>
            <a:spLocks noGrp="1"/>
          </p:cNvSpPr>
          <p:nvPr>
            <p:ph type="ftr" idx="26"/>
          </p:nvPr>
        </p:nvSpPr>
        <p:spPr>
          <a:xfrm>
            <a:off x="3420000" y="5328000"/>
            <a:ext cx="3240000" cy="242640"/>
          </a:xfrm>
          <a:prstGeom prst="rect">
            <a:avLst/>
          </a:prstGeom>
          <a:noFill/>
          <a:ln w="0">
            <a:noFill/>
          </a:ln>
        </p:spPr>
        <p:txBody>
          <a:bodyPr lIns="0" rIns="0" tIns="0" bIns="0" anchor="t">
            <a:spAutoFit/>
          </a:bodyPr>
          <a:lstStyle>
            <a:lvl1pPr indent="0" algn="ctr">
              <a:buNone/>
              <a:defRPr b="0" lang="ru-RU" sz="1400" strike="noStrike" u="none">
                <a:solidFill>
                  <a:srgbClr val="000000"/>
                </a:solidFill>
                <a:effectLst/>
                <a:uFillTx/>
                <a:latin typeface="Noto Sans"/>
              </a:defRPr>
            </a:lvl1pPr>
          </a:lstStyle>
          <a:p>
            <a:pPr indent="0" algn="ctr">
              <a:buNone/>
            </a:pPr>
            <a:r>
              <a:rPr b="0" lang="ru-RU" sz="1400" strike="noStrike" u="none">
                <a:solidFill>
                  <a:srgbClr val="000000"/>
                </a:solidFill>
                <a:effectLst/>
                <a:uFillTx/>
                <a:latin typeface="Noto Sans"/>
              </a:rPr>
              <a:t>&lt;нижний колонтитул&gt;</a:t>
            </a:r>
            <a:endParaRPr b="0" lang="ru-RU" sz="1400" strike="noStrike" u="none">
              <a:solidFill>
                <a:srgbClr val="000000"/>
              </a:solidFill>
              <a:effectLst/>
              <a:uFillTx/>
              <a:latin typeface="Noto Sans"/>
            </a:endParaRPr>
          </a:p>
        </p:txBody>
      </p:sp>
      <p:sp>
        <p:nvSpPr>
          <p:cNvPr id="61" name="PlaceHolder 5"/>
          <p:cNvSpPr>
            <a:spLocks noGrp="1"/>
          </p:cNvSpPr>
          <p:nvPr>
            <p:ph type="sldNum" idx="27"/>
          </p:nvPr>
        </p:nvSpPr>
        <p:spPr>
          <a:xfrm>
            <a:off x="7228800" y="5328000"/>
            <a:ext cx="2347200" cy="242640"/>
          </a:xfrm>
          <a:prstGeom prst="rect">
            <a:avLst/>
          </a:prstGeom>
          <a:noFill/>
          <a:ln w="0">
            <a:noFill/>
          </a:ln>
        </p:spPr>
        <p:txBody>
          <a:bodyPr lIns="0" rIns="0" tIns="0" bIns="0" anchor="t">
            <a:spAutoFit/>
          </a:bodyPr>
          <a:lstStyle>
            <a:lvl1pPr indent="0" algn="r">
              <a:buNone/>
              <a:defRPr b="0" lang="ru-RU" sz="1400" strike="noStrike" u="none">
                <a:solidFill>
                  <a:srgbClr val="000000"/>
                </a:solidFill>
                <a:effectLst/>
                <a:uFillTx/>
                <a:latin typeface="Noto Sans"/>
              </a:defRPr>
            </a:lvl1pPr>
          </a:lstStyle>
          <a:p>
            <a:pPr indent="0" algn="r">
              <a:buNone/>
            </a:pPr>
            <a:fld id="{BB9FEF80-25ED-4FD9-BC6F-8FC261C97759}" type="slidenum">
              <a:rPr b="0" lang="ru-RU" sz="1400" strike="noStrike" u="none">
                <a:solidFill>
                  <a:srgbClr val="000000"/>
                </a:solidFill>
                <a:effectLst/>
                <a:uFillTx/>
                <a:latin typeface="Noto Sans"/>
              </a:rPr>
              <a:t>&lt;номер&gt;</a:t>
            </a:fld>
            <a:endParaRPr b="0" lang="ru-RU" sz="1400" strike="noStrike" u="none">
              <a:solidFill>
                <a:srgbClr val="000000"/>
              </a:solidFill>
              <a:effectLst/>
              <a:uFillTx/>
              <a:latin typeface="Noto Sans"/>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Right Bar">
    <p:spTree>
      <p:nvGrpSpPr>
        <p:cNvPr id="1" name=""/>
        <p:cNvGrpSpPr/>
        <p:nvPr/>
      </p:nvGrpSpPr>
      <p:grpSpPr>
        <a:xfrm>
          <a:off x="0" y="0"/>
          <a:ext cx="0" cy="0"/>
          <a:chOff x="0" y="0"/>
          <a:chExt cx="0" cy="0"/>
        </a:xfrm>
      </p:grpSpPr>
      <p:sp>
        <p:nvSpPr>
          <p:cNvPr id="62" name=""/>
          <p:cNvSpPr/>
          <p:nvPr/>
        </p:nvSpPr>
        <p:spPr>
          <a:xfrm>
            <a:off x="8460000" y="0"/>
            <a:ext cx="1620000" cy="5670000"/>
          </a:xfrm>
          <a:prstGeom prst="rect">
            <a:avLst/>
          </a:prstGeom>
          <a:solidFill>
            <a:srgbClr val="0d84a1"/>
          </a:solidFill>
          <a:ln w="0">
            <a:noFill/>
          </a:ln>
        </p:spPr>
        <p:style>
          <a:lnRef idx="0"/>
          <a:fillRef idx="0"/>
          <a:effectRef idx="0"/>
          <a:fontRef idx="minor"/>
        </p:style>
        <p:txBody>
          <a:bodyPr wrap="none" lIns="0" rIns="0" tIns="0" bIns="0" anchor="ctr">
            <a:noAutofit/>
          </a:bodyPr>
          <a:p>
            <a:pPr algn="ctr"/>
            <a:endParaRPr b="0" lang="ru-RU" sz="1800" strike="noStrike" u="none">
              <a:solidFill>
                <a:srgbClr val="ffffff"/>
              </a:solidFill>
              <a:effectLst/>
              <a:uFillTx/>
              <a:latin typeface="Noto Sans"/>
            </a:endParaRPr>
          </a:p>
        </p:txBody>
      </p:sp>
      <p:sp>
        <p:nvSpPr>
          <p:cNvPr id="63" name="PlaceHolder 1"/>
          <p:cNvSpPr>
            <a:spLocks noGrp="1"/>
          </p:cNvSpPr>
          <p:nvPr>
            <p:ph type="title"/>
          </p:nvPr>
        </p:nvSpPr>
        <p:spPr>
          <a:xfrm rot="5400000">
            <a:off x="6750000" y="2070000"/>
            <a:ext cx="5040000" cy="1260000"/>
          </a:xfrm>
          <a:prstGeom prst="rect">
            <a:avLst/>
          </a:prstGeom>
          <a:noFill/>
          <a:ln w="0">
            <a:noFill/>
          </a:ln>
        </p:spPr>
        <p:txBody>
          <a:bodyPr lIns="0" rIns="0" tIns="0" bIns="0" anchor="ctr">
            <a:normAutofit fontScale="70000" lnSpcReduction="19999"/>
          </a:bodyPr>
          <a:p>
            <a:pPr indent="0" algn="ctr">
              <a:buNone/>
            </a:pPr>
            <a:r>
              <a:rPr b="1" lang="ru-RU" sz="4400" strike="noStrike" u="none">
                <a:solidFill>
                  <a:srgbClr val="ffffff"/>
                </a:solidFill>
                <a:effectLst/>
                <a:uFillTx/>
                <a:latin typeface="Noto Sans"/>
              </a:rPr>
              <a:t>Для правки текста заглавия щёлкните мышью</a:t>
            </a:r>
            <a:endParaRPr b="1" lang="ru-RU" sz="4400" strike="noStrike" u="none">
              <a:solidFill>
                <a:srgbClr val="ffffff"/>
              </a:solidFill>
              <a:effectLst/>
              <a:uFillTx/>
              <a:latin typeface="Noto Sans"/>
            </a:endParaRPr>
          </a:p>
        </p:txBody>
      </p:sp>
      <p:sp>
        <p:nvSpPr>
          <p:cNvPr id="64" name="PlaceHolder 2"/>
          <p:cNvSpPr>
            <a:spLocks noGrp="1"/>
          </p:cNvSpPr>
          <p:nvPr>
            <p:ph type="body"/>
          </p:nvPr>
        </p:nvSpPr>
        <p:spPr>
          <a:xfrm>
            <a:off x="180000" y="180000"/>
            <a:ext cx="7560000" cy="4680000"/>
          </a:xfrm>
          <a:prstGeom prst="rect">
            <a:avLst/>
          </a:prstGeom>
          <a:noFill/>
          <a:ln w="0">
            <a:noFill/>
          </a:ln>
        </p:spPr>
        <p:txBody>
          <a:bodyPr lIns="0" rIns="0" tIns="0" bIns="0" anchor="t">
            <a:normAutofit/>
          </a:bodyPr>
          <a:p>
            <a:pPr marL="432000" indent="-324000">
              <a:spcBef>
                <a:spcPts val="1417"/>
              </a:spcBef>
              <a:buClr>
                <a:srgbClr val="666666"/>
              </a:buClr>
              <a:buSzPct val="45000"/>
              <a:buFont typeface="Wingdings" charset="2"/>
              <a:buChar char=""/>
            </a:pPr>
            <a:r>
              <a:rPr b="0" lang="ru-RU" sz="3200" strike="noStrike" u="none">
                <a:solidFill>
                  <a:srgbClr val="666666"/>
                </a:solidFill>
                <a:effectLst/>
                <a:uFillTx/>
                <a:latin typeface="Noto Sans"/>
              </a:rPr>
              <a:t>Для правки структуры щёлкните мышью</a:t>
            </a:r>
            <a:endParaRPr b="0" lang="ru-RU" sz="3200" strike="noStrike" u="none">
              <a:solidFill>
                <a:srgbClr val="666666"/>
              </a:solidFill>
              <a:effectLst/>
              <a:uFillTx/>
              <a:latin typeface="Noto Sans"/>
            </a:endParaRPr>
          </a:p>
          <a:p>
            <a:pPr lvl="1" marL="864000" indent="-324000">
              <a:spcBef>
                <a:spcPts val="1134"/>
              </a:spcBef>
              <a:buClr>
                <a:srgbClr val="666666"/>
              </a:buClr>
              <a:buSzPct val="75000"/>
              <a:buFont typeface="Symbol" charset="2"/>
              <a:buChar char=""/>
            </a:pPr>
            <a:r>
              <a:rPr b="0" lang="ru-RU" sz="2800" strike="noStrike" u="none">
                <a:solidFill>
                  <a:srgbClr val="666666"/>
                </a:solidFill>
                <a:effectLst/>
                <a:uFillTx/>
                <a:latin typeface="Noto Sans"/>
              </a:rPr>
              <a:t>Второй уровень структуры</a:t>
            </a:r>
            <a:endParaRPr b="0" lang="ru-RU" sz="2800" strike="noStrike" u="none">
              <a:solidFill>
                <a:srgbClr val="666666"/>
              </a:solidFill>
              <a:effectLst/>
              <a:uFillTx/>
              <a:latin typeface="Noto Sans"/>
            </a:endParaRPr>
          </a:p>
          <a:p>
            <a:pPr lvl="2" marL="1296000" indent="-288000">
              <a:spcBef>
                <a:spcPts val="850"/>
              </a:spcBef>
              <a:buClr>
                <a:srgbClr val="666666"/>
              </a:buClr>
              <a:buSzPct val="45000"/>
              <a:buFont typeface="Wingdings" charset="2"/>
              <a:buChar char=""/>
            </a:pPr>
            <a:r>
              <a:rPr b="0" lang="ru-RU" sz="2400" strike="noStrike" u="none">
                <a:solidFill>
                  <a:srgbClr val="666666"/>
                </a:solidFill>
                <a:effectLst/>
                <a:uFillTx/>
                <a:latin typeface="Noto Sans"/>
              </a:rPr>
              <a:t>Третий уровень структуры</a:t>
            </a:r>
            <a:endParaRPr b="0" lang="ru-RU" sz="2400" strike="noStrike" u="none">
              <a:solidFill>
                <a:srgbClr val="666666"/>
              </a:solidFill>
              <a:effectLst/>
              <a:uFillTx/>
              <a:latin typeface="Noto Sans"/>
            </a:endParaRPr>
          </a:p>
          <a:p>
            <a:pPr lvl="3" marL="1728000" indent="-216000">
              <a:spcBef>
                <a:spcPts val="567"/>
              </a:spcBef>
              <a:buClr>
                <a:srgbClr val="666666"/>
              </a:buClr>
              <a:buSzPct val="75000"/>
              <a:buFont typeface="Symbol" charset="2"/>
              <a:buChar char=""/>
            </a:pPr>
            <a:r>
              <a:rPr b="0" lang="ru-RU" sz="2000" strike="noStrike" u="none">
                <a:solidFill>
                  <a:srgbClr val="666666"/>
                </a:solidFill>
                <a:effectLst/>
                <a:uFillTx/>
                <a:latin typeface="Noto Sans"/>
              </a:rPr>
              <a:t>Четвёртый уровень структуры</a:t>
            </a:r>
            <a:endParaRPr b="0" lang="ru-RU" sz="2000" strike="noStrike" u="none">
              <a:solidFill>
                <a:srgbClr val="666666"/>
              </a:solidFill>
              <a:effectLst/>
              <a:uFillTx/>
              <a:latin typeface="Noto Sans"/>
            </a:endParaRPr>
          </a:p>
          <a:p>
            <a:pPr lvl="4" marL="2160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Пятый уровень структуры</a:t>
            </a:r>
            <a:endParaRPr b="0" lang="ru-RU" sz="2000" strike="noStrike" u="none">
              <a:solidFill>
                <a:srgbClr val="666666"/>
              </a:solidFill>
              <a:effectLst/>
              <a:uFillTx/>
              <a:latin typeface="Noto Sans"/>
            </a:endParaRPr>
          </a:p>
          <a:p>
            <a:pPr lvl="5" marL="2592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Шестой уровень структуры</a:t>
            </a:r>
            <a:endParaRPr b="0" lang="ru-RU" sz="2000" strike="noStrike" u="none">
              <a:solidFill>
                <a:srgbClr val="666666"/>
              </a:solidFill>
              <a:effectLst/>
              <a:uFillTx/>
              <a:latin typeface="Noto Sans"/>
            </a:endParaRPr>
          </a:p>
          <a:p>
            <a:pPr lvl="6" marL="3024000" indent="-216000">
              <a:spcBef>
                <a:spcPts val="283"/>
              </a:spcBef>
              <a:buClr>
                <a:srgbClr val="666666"/>
              </a:buClr>
              <a:buSzPct val="45000"/>
              <a:buFont typeface="Wingdings" charset="2"/>
              <a:buChar char=""/>
            </a:pPr>
            <a:r>
              <a:rPr b="0" lang="ru-RU" sz="2000" strike="noStrike" u="none">
                <a:solidFill>
                  <a:srgbClr val="666666"/>
                </a:solidFill>
                <a:effectLst/>
                <a:uFillTx/>
                <a:latin typeface="Noto Sans"/>
              </a:rPr>
              <a:t>Седьмой уровень структуры</a:t>
            </a:r>
            <a:endParaRPr b="0" lang="ru-RU" sz="2000" strike="noStrike" u="none">
              <a:solidFill>
                <a:srgbClr val="666666"/>
              </a:solidFill>
              <a:effectLst/>
              <a:uFillTx/>
              <a:latin typeface="Noto Sans"/>
            </a:endParaRPr>
          </a:p>
        </p:txBody>
      </p:sp>
      <p:sp>
        <p:nvSpPr>
          <p:cNvPr id="65" name="PlaceHolder 3"/>
          <p:cNvSpPr>
            <a:spLocks noGrp="1"/>
          </p:cNvSpPr>
          <p:nvPr>
            <p:ph type="dt" idx="28"/>
          </p:nvPr>
        </p:nvSpPr>
        <p:spPr>
          <a:xfrm>
            <a:off x="504000" y="5328000"/>
            <a:ext cx="2347200" cy="242640"/>
          </a:xfrm>
          <a:prstGeom prst="rect">
            <a:avLst/>
          </a:prstGeom>
          <a:noFill/>
          <a:ln w="0">
            <a:noFill/>
          </a:ln>
        </p:spPr>
        <p:txBody>
          <a:bodyPr lIns="0" rIns="0" tIns="0" bIns="0" anchor="t">
            <a:spAutoFit/>
          </a:bodyPr>
          <a:lstStyle>
            <a:lvl1pPr indent="0">
              <a:buNone/>
              <a:defRPr b="0" lang="ru-RU" sz="1400" strike="noStrike" u="none">
                <a:solidFill>
                  <a:srgbClr val="000000"/>
                </a:solidFill>
                <a:effectLst/>
                <a:uFillTx/>
                <a:latin typeface="Noto Sans"/>
              </a:defRPr>
            </a:lvl1pPr>
          </a:lstStyle>
          <a:p>
            <a:pPr indent="0">
              <a:buNone/>
            </a:pPr>
            <a:r>
              <a:rPr b="0" lang="ru-RU" sz="1400" strike="noStrike" u="none">
                <a:solidFill>
                  <a:srgbClr val="000000"/>
                </a:solidFill>
                <a:effectLst/>
                <a:uFillTx/>
                <a:latin typeface="Noto Sans"/>
              </a:rPr>
              <a:t>&lt;дата/время&gt;</a:t>
            </a:r>
            <a:endParaRPr b="0" lang="ru-RU" sz="1400" strike="noStrike" u="none">
              <a:solidFill>
                <a:srgbClr val="000000"/>
              </a:solidFill>
              <a:effectLst/>
              <a:uFillTx/>
              <a:latin typeface="Noto Sans"/>
            </a:endParaRPr>
          </a:p>
        </p:txBody>
      </p:sp>
      <p:sp>
        <p:nvSpPr>
          <p:cNvPr id="66" name="PlaceHolder 4"/>
          <p:cNvSpPr>
            <a:spLocks noGrp="1"/>
          </p:cNvSpPr>
          <p:nvPr>
            <p:ph type="ftr" idx="29"/>
          </p:nvPr>
        </p:nvSpPr>
        <p:spPr>
          <a:xfrm>
            <a:off x="3420000" y="5328000"/>
            <a:ext cx="3240000" cy="242640"/>
          </a:xfrm>
          <a:prstGeom prst="rect">
            <a:avLst/>
          </a:prstGeom>
          <a:noFill/>
          <a:ln w="0">
            <a:noFill/>
          </a:ln>
        </p:spPr>
        <p:txBody>
          <a:bodyPr lIns="0" rIns="0" tIns="0" bIns="0" anchor="t">
            <a:spAutoFit/>
          </a:bodyPr>
          <a:lstStyle>
            <a:lvl1pPr indent="0" algn="ctr">
              <a:buNone/>
              <a:defRPr b="0" lang="ru-RU" sz="1400" strike="noStrike" u="none">
                <a:solidFill>
                  <a:srgbClr val="000000"/>
                </a:solidFill>
                <a:effectLst/>
                <a:uFillTx/>
                <a:latin typeface="Noto Sans"/>
              </a:defRPr>
            </a:lvl1pPr>
          </a:lstStyle>
          <a:p>
            <a:pPr indent="0" algn="ctr">
              <a:buNone/>
            </a:pPr>
            <a:r>
              <a:rPr b="0" lang="ru-RU" sz="1400" strike="noStrike" u="none">
                <a:solidFill>
                  <a:srgbClr val="000000"/>
                </a:solidFill>
                <a:effectLst/>
                <a:uFillTx/>
                <a:latin typeface="Noto Sans"/>
              </a:rPr>
              <a:t>&lt;нижний колонтитул&gt;</a:t>
            </a:r>
            <a:endParaRPr b="0" lang="ru-RU" sz="1400" strike="noStrike" u="none">
              <a:solidFill>
                <a:srgbClr val="000000"/>
              </a:solidFill>
              <a:effectLst/>
              <a:uFillTx/>
              <a:latin typeface="Noto Sans"/>
            </a:endParaRPr>
          </a:p>
        </p:txBody>
      </p:sp>
      <p:sp>
        <p:nvSpPr>
          <p:cNvPr id="67" name="PlaceHolder 5"/>
          <p:cNvSpPr>
            <a:spLocks noGrp="1"/>
          </p:cNvSpPr>
          <p:nvPr>
            <p:ph type="sldNum" idx="30"/>
          </p:nvPr>
        </p:nvSpPr>
        <p:spPr>
          <a:xfrm>
            <a:off x="7228800" y="5328000"/>
            <a:ext cx="2347200" cy="242640"/>
          </a:xfrm>
          <a:prstGeom prst="rect">
            <a:avLst/>
          </a:prstGeom>
          <a:noFill/>
          <a:ln w="0">
            <a:noFill/>
          </a:ln>
        </p:spPr>
        <p:txBody>
          <a:bodyPr lIns="0" rIns="0" tIns="0" bIns="0" anchor="t">
            <a:spAutoFit/>
          </a:bodyPr>
          <a:lstStyle>
            <a:lvl1pPr indent="0" algn="r">
              <a:buNone/>
              <a:defRPr b="0" lang="ru-RU" sz="1400" strike="noStrike" u="none">
                <a:solidFill>
                  <a:srgbClr val="ffffff"/>
                </a:solidFill>
                <a:effectLst/>
                <a:uFillTx/>
                <a:latin typeface="Noto Sans"/>
              </a:defRPr>
            </a:lvl1pPr>
          </a:lstStyle>
          <a:p>
            <a:pPr indent="0" algn="r">
              <a:buNone/>
            </a:pPr>
            <a:fld id="{44D36435-73ED-4D6E-80A8-9459566D5CA2}" type="slidenum">
              <a:rPr b="0" lang="ru-RU" sz="1400" strike="noStrike" u="none">
                <a:solidFill>
                  <a:srgbClr val="ffffff"/>
                </a:solidFill>
                <a:effectLst/>
                <a:uFillTx/>
                <a:latin typeface="Noto Sans"/>
              </a:rPr>
              <a:t>&lt;номер&gt;</a:t>
            </a:fld>
            <a:endParaRPr b="0" lang="ru-RU" sz="1400" strike="noStrike" u="none">
              <a:solidFill>
                <a:srgbClr val="000000"/>
              </a:solidFill>
              <a:effectLst/>
              <a:uFillTx/>
              <a:latin typeface="Noto Sans"/>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1_One Bullet">
    <p:bg>
      <p:bgPr>
        <a:blipFill rotWithShape="0">
          <a:blip r:embed="rId2"/>
          <a:stretch/>
        </a:blipFill>
      </p:bgPr>
    </p:bg>
    <p:spTree>
      <p:nvGrpSpPr>
        <p:cNvPr id="1" name=""/>
        <p:cNvGrpSpPr/>
        <p:nvPr/>
      </p:nvGrpSpPr>
      <p:grpSpPr>
        <a:xfrm>
          <a:off x="0" y="0"/>
          <a:ext cx="0" cy="0"/>
          <a:chOff x="0" y="0"/>
          <a:chExt cx="0" cy="0"/>
        </a:xfrm>
      </p:grpSpPr>
      <p:sp>
        <p:nvSpPr>
          <p:cNvPr id="68" name=""/>
          <p:cNvSpPr/>
          <p:nvPr/>
        </p:nvSpPr>
        <p:spPr>
          <a:xfrm>
            <a:off x="0" y="0"/>
            <a:ext cx="10080000" cy="5670000"/>
          </a:xfrm>
          <a:prstGeom prst="rect">
            <a:avLst/>
          </a:prstGeom>
          <a:solidFill>
            <a:srgbClr val="0d84a1">
              <a:alpha val="45000"/>
            </a:srgbClr>
          </a:solidFill>
          <a:ln w="0">
            <a:noFill/>
          </a:ln>
        </p:spPr>
        <p:style>
          <a:lnRef idx="0"/>
          <a:fillRef idx="0"/>
          <a:effectRef idx="0"/>
          <a:fontRef idx="minor"/>
        </p:style>
        <p:txBody>
          <a:bodyPr wrap="none" lIns="0" rIns="0" tIns="0" bIns="0" anchor="ctr">
            <a:noAutofit/>
          </a:bodyPr>
          <a:p>
            <a:pPr algn="ctr"/>
            <a:endParaRPr b="0" lang="ru-RU" sz="1800" strike="noStrike" u="none">
              <a:solidFill>
                <a:srgbClr val="ffffff"/>
              </a:solidFill>
              <a:effectLst/>
              <a:uFillTx/>
              <a:latin typeface="Noto Sans"/>
            </a:endParaRPr>
          </a:p>
        </p:txBody>
      </p:sp>
      <p:sp>
        <p:nvSpPr>
          <p:cNvPr id="69" name="PlaceHolder 1"/>
          <p:cNvSpPr>
            <a:spLocks noGrp="1"/>
          </p:cNvSpPr>
          <p:nvPr>
            <p:ph type="title"/>
          </p:nvPr>
        </p:nvSpPr>
        <p:spPr>
          <a:xfrm>
            <a:off x="540000" y="216000"/>
            <a:ext cx="9000000" cy="936000"/>
          </a:xfrm>
          <a:prstGeom prst="rect">
            <a:avLst/>
          </a:prstGeom>
          <a:noFill/>
          <a:ln w="0">
            <a:noFill/>
          </a:ln>
        </p:spPr>
        <p:txBody>
          <a:bodyPr lIns="0" rIns="0" tIns="0" bIns="0" anchor="ctr">
            <a:normAutofit fontScale="70000" lnSpcReduction="19999"/>
          </a:bodyPr>
          <a:p>
            <a:pPr indent="0" algn="ctr">
              <a:buNone/>
            </a:pPr>
            <a:r>
              <a:rPr b="1" lang="ru-RU" sz="4400" strike="noStrike" u="none">
                <a:solidFill>
                  <a:srgbClr val="ffffff"/>
                </a:solidFill>
                <a:effectLst/>
                <a:uFillTx/>
                <a:latin typeface="Noto Sans"/>
              </a:rPr>
              <a:t>Для правки текста заглавия щёлкните мышью</a:t>
            </a:r>
            <a:endParaRPr b="1" lang="ru-RU" sz="4400" strike="noStrike" u="none">
              <a:solidFill>
                <a:srgbClr val="ffffff"/>
              </a:solidFill>
              <a:effectLst/>
              <a:uFillTx/>
              <a:latin typeface="Noto Sans"/>
            </a:endParaRPr>
          </a:p>
        </p:txBody>
      </p:sp>
      <p:sp>
        <p:nvSpPr>
          <p:cNvPr id="70" name="PlaceHolder 2"/>
          <p:cNvSpPr>
            <a:spLocks noGrp="1"/>
          </p:cNvSpPr>
          <p:nvPr>
            <p:ph type="body"/>
          </p:nvPr>
        </p:nvSpPr>
        <p:spPr>
          <a:xfrm>
            <a:off x="504000" y="1326600"/>
            <a:ext cx="9072000" cy="3287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ru-RU" sz="3200" strike="noStrike" u="none">
                <a:solidFill>
                  <a:srgbClr val="ffffff"/>
                </a:solidFill>
                <a:effectLst/>
                <a:uFillTx/>
                <a:latin typeface="Noto Sans"/>
              </a:rPr>
              <a:t>Для правки структуры щёлкните мышью</a:t>
            </a:r>
            <a:endParaRPr b="0" lang="ru-RU" sz="32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0" lang="ru-RU" sz="2800" strike="noStrike" u="none">
                <a:solidFill>
                  <a:srgbClr val="ffffff"/>
                </a:solidFill>
                <a:effectLst/>
                <a:uFillTx/>
                <a:latin typeface="Noto Sans"/>
              </a:rPr>
              <a:t>Второй уровень структуры</a:t>
            </a:r>
            <a:endParaRPr b="0" lang="ru-RU" sz="2800" strike="noStrike" u="none">
              <a:solidFill>
                <a:srgbClr val="ffffff"/>
              </a:solidFill>
              <a:effectLst/>
              <a:uFillTx/>
              <a:latin typeface="Noto Sans"/>
            </a:endParaRPr>
          </a:p>
          <a:p>
            <a:pPr lvl="2" marL="1296000" indent="-288000">
              <a:spcBef>
                <a:spcPts val="850"/>
              </a:spcBef>
              <a:buClr>
                <a:srgbClr val="ffffff"/>
              </a:buClr>
              <a:buSzPct val="45000"/>
              <a:buFont typeface="Wingdings" charset="2"/>
              <a:buChar char=""/>
            </a:pPr>
            <a:r>
              <a:rPr b="0" lang="ru-RU" sz="2400" strike="noStrike" u="none">
                <a:solidFill>
                  <a:srgbClr val="ffffff"/>
                </a:solidFill>
                <a:effectLst/>
                <a:uFillTx/>
                <a:latin typeface="Noto Sans"/>
              </a:rPr>
              <a:t>Третий уровень структуры</a:t>
            </a:r>
            <a:endParaRPr b="0" lang="ru-RU" sz="2400" strike="noStrike" u="none">
              <a:solidFill>
                <a:srgbClr val="ffffff"/>
              </a:solidFill>
              <a:effectLst/>
              <a:uFillTx/>
              <a:latin typeface="Noto Sans"/>
            </a:endParaRPr>
          </a:p>
          <a:p>
            <a:pPr lvl="3" marL="1728000" indent="-216000">
              <a:spcBef>
                <a:spcPts val="567"/>
              </a:spcBef>
              <a:buClr>
                <a:srgbClr val="ffffff"/>
              </a:buClr>
              <a:buSzPct val="75000"/>
              <a:buFont typeface="Symbol" charset="2"/>
              <a:buChar char=""/>
            </a:pPr>
            <a:r>
              <a:rPr b="0" lang="ru-RU" sz="2000" strike="noStrike" u="none">
                <a:solidFill>
                  <a:srgbClr val="ffffff"/>
                </a:solidFill>
                <a:effectLst/>
                <a:uFillTx/>
                <a:latin typeface="Noto Sans"/>
              </a:rPr>
              <a:t>Четвёртый уровень структуры</a:t>
            </a:r>
            <a:endParaRPr b="0" lang="ru-RU" sz="2000" strike="noStrike" u="none">
              <a:solidFill>
                <a:srgbClr val="ffffff"/>
              </a:solidFill>
              <a:effectLst/>
              <a:uFillTx/>
              <a:latin typeface="Noto Sans"/>
            </a:endParaRPr>
          </a:p>
          <a:p>
            <a:pPr lvl="4" marL="2160000" indent="-216000">
              <a:spcBef>
                <a:spcPts val="283"/>
              </a:spcBef>
              <a:buClr>
                <a:srgbClr val="ffffff"/>
              </a:buClr>
              <a:buSzPct val="45000"/>
              <a:buFont typeface="Wingdings" charset="2"/>
              <a:buChar char=""/>
            </a:pPr>
            <a:r>
              <a:rPr b="0" lang="ru-RU" sz="2000" strike="noStrike" u="none">
                <a:solidFill>
                  <a:srgbClr val="ffffff"/>
                </a:solidFill>
                <a:effectLst/>
                <a:uFillTx/>
                <a:latin typeface="Noto Sans"/>
              </a:rPr>
              <a:t>Пятый уровень структуры</a:t>
            </a:r>
            <a:endParaRPr b="0" lang="ru-RU" sz="2000" strike="noStrike" u="none">
              <a:solidFill>
                <a:srgbClr val="ffffff"/>
              </a:solidFill>
              <a:effectLst/>
              <a:uFillTx/>
              <a:latin typeface="Noto Sans"/>
            </a:endParaRPr>
          </a:p>
          <a:p>
            <a:pPr lvl="5" marL="2592000" indent="-216000">
              <a:spcBef>
                <a:spcPts val="283"/>
              </a:spcBef>
              <a:buClr>
                <a:srgbClr val="ffffff"/>
              </a:buClr>
              <a:buSzPct val="45000"/>
              <a:buFont typeface="Wingdings" charset="2"/>
              <a:buChar char=""/>
            </a:pPr>
            <a:r>
              <a:rPr b="0" lang="ru-RU" sz="2000" strike="noStrike" u="none">
                <a:solidFill>
                  <a:srgbClr val="ffffff"/>
                </a:solidFill>
                <a:effectLst/>
                <a:uFillTx/>
                <a:latin typeface="Noto Sans"/>
              </a:rPr>
              <a:t>Шестой уровень структуры</a:t>
            </a:r>
            <a:endParaRPr b="0" lang="ru-RU" sz="2000" strike="noStrike" u="none">
              <a:solidFill>
                <a:srgbClr val="ffffff"/>
              </a:solidFill>
              <a:effectLst/>
              <a:uFillTx/>
              <a:latin typeface="Noto Sans"/>
            </a:endParaRPr>
          </a:p>
          <a:p>
            <a:pPr lvl="6" marL="3024000" indent="-216000">
              <a:spcBef>
                <a:spcPts val="283"/>
              </a:spcBef>
              <a:buClr>
                <a:srgbClr val="ffffff"/>
              </a:buClr>
              <a:buSzPct val="45000"/>
              <a:buFont typeface="Wingdings" charset="2"/>
              <a:buChar char=""/>
            </a:pPr>
            <a:r>
              <a:rPr b="0" lang="ru-RU" sz="2000" strike="noStrike" u="none">
                <a:solidFill>
                  <a:srgbClr val="ffffff"/>
                </a:solidFill>
                <a:effectLst/>
                <a:uFillTx/>
                <a:latin typeface="Noto Sans"/>
              </a:rPr>
              <a:t>Седьмой уровень структуры</a:t>
            </a:r>
            <a:endParaRPr b="0" lang="ru-RU" sz="2000" strike="noStrike" u="none">
              <a:solidFill>
                <a:srgbClr val="ffffff"/>
              </a:solidFill>
              <a:effectLst/>
              <a:uFillTx/>
              <a:latin typeface="Noto Sans"/>
            </a:endParaRPr>
          </a:p>
        </p:txBody>
      </p:sp>
      <p:sp>
        <p:nvSpPr>
          <p:cNvPr id="71" name="PlaceHolder 3"/>
          <p:cNvSpPr>
            <a:spLocks noGrp="1"/>
          </p:cNvSpPr>
          <p:nvPr>
            <p:ph type="dt" idx="31"/>
          </p:nvPr>
        </p:nvSpPr>
        <p:spPr>
          <a:xfrm>
            <a:off x="504000" y="5328000"/>
            <a:ext cx="2347200" cy="242640"/>
          </a:xfrm>
          <a:prstGeom prst="rect">
            <a:avLst/>
          </a:prstGeom>
          <a:noFill/>
          <a:ln w="0">
            <a:noFill/>
          </a:ln>
        </p:spPr>
        <p:txBody>
          <a:bodyPr lIns="0" rIns="0" tIns="0" bIns="0" anchor="t">
            <a:spAutoFit/>
          </a:bodyPr>
          <a:lstStyle>
            <a:lvl1pPr indent="0">
              <a:buNone/>
              <a:defRPr b="0" lang="ru-RU" sz="1400" strike="noStrike" u="none">
                <a:solidFill>
                  <a:srgbClr val="ffffff"/>
                </a:solidFill>
                <a:effectLst/>
                <a:uFillTx/>
                <a:latin typeface="Noto Sans"/>
              </a:defRPr>
            </a:lvl1pPr>
          </a:lstStyle>
          <a:p>
            <a:pPr indent="0">
              <a:buNone/>
            </a:pPr>
            <a:r>
              <a:rPr b="0" lang="ru-RU" sz="1400" strike="noStrike" u="none">
                <a:solidFill>
                  <a:srgbClr val="ffffff"/>
                </a:solidFill>
                <a:effectLst/>
                <a:uFillTx/>
                <a:latin typeface="Noto Sans"/>
              </a:rPr>
              <a:t>&lt;дата/время&gt;</a:t>
            </a:r>
            <a:endParaRPr b="0" lang="ru-RU" sz="1400" strike="noStrike" u="none">
              <a:solidFill>
                <a:srgbClr val="000000"/>
              </a:solidFill>
              <a:effectLst/>
              <a:uFillTx/>
              <a:latin typeface="Noto Sans"/>
            </a:endParaRPr>
          </a:p>
        </p:txBody>
      </p:sp>
      <p:sp>
        <p:nvSpPr>
          <p:cNvPr id="72" name="PlaceHolder 4"/>
          <p:cNvSpPr>
            <a:spLocks noGrp="1"/>
          </p:cNvSpPr>
          <p:nvPr>
            <p:ph type="ftr" idx="32"/>
          </p:nvPr>
        </p:nvSpPr>
        <p:spPr>
          <a:xfrm>
            <a:off x="3420000" y="5328000"/>
            <a:ext cx="3240000" cy="242640"/>
          </a:xfrm>
          <a:prstGeom prst="rect">
            <a:avLst/>
          </a:prstGeom>
          <a:noFill/>
          <a:ln w="0">
            <a:noFill/>
          </a:ln>
        </p:spPr>
        <p:txBody>
          <a:bodyPr lIns="0" rIns="0" tIns="0" bIns="0" anchor="t">
            <a:spAutoFit/>
          </a:bodyPr>
          <a:lstStyle>
            <a:lvl1pPr indent="0" algn="ctr">
              <a:buNone/>
              <a:defRPr b="0" lang="ru-RU" sz="1400" strike="noStrike" u="none">
                <a:solidFill>
                  <a:srgbClr val="ffffff"/>
                </a:solidFill>
                <a:effectLst/>
                <a:uFillTx/>
                <a:latin typeface="Noto Sans"/>
              </a:defRPr>
            </a:lvl1pPr>
          </a:lstStyle>
          <a:p>
            <a:pPr indent="0" algn="ctr">
              <a:buNone/>
            </a:pPr>
            <a:r>
              <a:rPr b="0" lang="ru-RU" sz="1400" strike="noStrike" u="none">
                <a:solidFill>
                  <a:srgbClr val="ffffff"/>
                </a:solidFill>
                <a:effectLst/>
                <a:uFillTx/>
                <a:latin typeface="Noto Sans"/>
              </a:rPr>
              <a:t>&lt;нижний колонтитул&gt;</a:t>
            </a:r>
            <a:endParaRPr b="0" lang="ru-RU" sz="1400" strike="noStrike" u="none">
              <a:solidFill>
                <a:srgbClr val="ffffff"/>
              </a:solidFill>
              <a:effectLst/>
              <a:uFillTx/>
              <a:latin typeface="Noto Sans"/>
            </a:endParaRPr>
          </a:p>
        </p:txBody>
      </p:sp>
      <p:sp>
        <p:nvSpPr>
          <p:cNvPr id="73" name="PlaceHolder 5"/>
          <p:cNvSpPr>
            <a:spLocks noGrp="1"/>
          </p:cNvSpPr>
          <p:nvPr>
            <p:ph type="sldNum" idx="33"/>
          </p:nvPr>
        </p:nvSpPr>
        <p:spPr>
          <a:xfrm>
            <a:off x="7228800" y="5328000"/>
            <a:ext cx="2347200" cy="242640"/>
          </a:xfrm>
          <a:prstGeom prst="rect">
            <a:avLst/>
          </a:prstGeom>
          <a:noFill/>
          <a:ln w="0">
            <a:noFill/>
          </a:ln>
        </p:spPr>
        <p:txBody>
          <a:bodyPr lIns="0" rIns="0" tIns="0" bIns="0" anchor="t">
            <a:spAutoFit/>
          </a:bodyPr>
          <a:lstStyle>
            <a:lvl1pPr indent="0" algn="r">
              <a:buNone/>
              <a:defRPr b="0" lang="ru-RU" sz="1400" strike="noStrike" u="none">
                <a:solidFill>
                  <a:srgbClr val="ffffff"/>
                </a:solidFill>
                <a:effectLst/>
                <a:uFillTx/>
                <a:latin typeface="Noto Sans"/>
              </a:defRPr>
            </a:lvl1pPr>
          </a:lstStyle>
          <a:p>
            <a:pPr indent="0" algn="r">
              <a:buNone/>
            </a:pPr>
            <a:fld id="{94CB27DF-EDD4-43E7-B892-9E60B2657E42}" type="slidenum">
              <a:rPr b="0" lang="ru-RU" sz="1400" strike="noStrike" u="none">
                <a:solidFill>
                  <a:srgbClr val="ffffff"/>
                </a:solidFill>
                <a:effectLst/>
                <a:uFillTx/>
                <a:latin typeface="Noto Sans"/>
              </a:rPr>
              <a:t>&lt;номер&gt;</a:t>
            </a:fld>
            <a:endParaRPr b="0" lang="ru-RU" sz="1400" strike="noStrike" u="none">
              <a:solidFill>
                <a:srgbClr val="000000"/>
              </a:solidFill>
              <a:effectLst/>
              <a:uFillTx/>
              <a:latin typeface="Noto San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
          <p:cNvSpPr/>
          <p:nvPr/>
        </p:nvSpPr>
        <p:spPr>
          <a:xfrm>
            <a:off x="720000" y="3204000"/>
            <a:ext cx="6624000" cy="0"/>
          </a:xfrm>
          <a:prstGeom prst="line">
            <a:avLst/>
          </a:prstGeom>
          <a:ln cap="rnd" w="36000">
            <a:solidFill>
              <a:srgbClr val="ffffff"/>
            </a:solidFill>
            <a:round/>
          </a:ln>
        </p:spPr>
        <p:style>
          <a:lnRef idx="0"/>
          <a:fillRef idx="0"/>
          <a:effectRef idx="0"/>
          <a:fontRef idx="minor"/>
        </p:style>
        <p:txBody>
          <a:bodyPr lIns="0" rIns="0" tIns="0" bIns="0" anchor="ctr">
            <a:noAutofit/>
          </a:bodyPr>
          <a:p>
            <a:pPr algn="ctr"/>
            <a:endParaRPr b="0" lang="ru-RU" sz="1800" strike="noStrike" u="none">
              <a:solidFill>
                <a:srgbClr val="0d84a1"/>
              </a:solidFill>
              <a:effectLst/>
              <a:uFillTx/>
              <a:latin typeface="Noto Sans"/>
            </a:endParaRPr>
          </a:p>
        </p:txBody>
      </p:sp>
      <p:sp>
        <p:nvSpPr>
          <p:cNvPr id="75"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r>
              <a:rPr b="1" lang="ru-RU" sz="7200" strike="noStrike" u="none">
                <a:solidFill>
                  <a:srgbClr val="ffffff"/>
                </a:solidFill>
                <a:effectLst/>
                <a:uFillTx/>
                <a:latin typeface="Noto Sans"/>
              </a:rPr>
              <a:t>Россия в Арктике</a:t>
            </a:r>
            <a:endParaRPr b="1" lang="ru-RU" sz="7200" strike="noStrike" u="none">
              <a:solidFill>
                <a:srgbClr val="ffffff"/>
              </a:solidFill>
              <a:effectLst/>
              <a:uFillTx/>
              <a:latin typeface="Noto Sans"/>
            </a:endParaRPr>
          </a:p>
        </p:txBody>
      </p:sp>
      <p:sp>
        <p:nvSpPr>
          <p:cNvPr id="76" name="PlaceHolder 2"/>
          <p:cNvSpPr>
            <a:spLocks noGrp="1"/>
          </p:cNvSpPr>
          <p:nvPr>
            <p:ph type="subTitle"/>
          </p:nvPr>
        </p:nvSpPr>
        <p:spPr>
          <a:xfrm>
            <a:off x="720000" y="3312000"/>
            <a:ext cx="6840000" cy="1800000"/>
          </a:xfrm>
          <a:prstGeom prst="rect">
            <a:avLst/>
          </a:prstGeom>
          <a:noFill/>
          <a:ln w="0">
            <a:noFill/>
          </a:ln>
        </p:spPr>
        <p:txBody>
          <a:bodyPr lIns="0" rIns="0" tIns="0" bIns="0" anchor="t">
            <a:normAutofit/>
          </a:bodyPr>
          <a:p>
            <a:pPr indent="0">
              <a:lnSpc>
                <a:spcPct val="115000"/>
              </a:lnSpc>
              <a:buNone/>
            </a:pPr>
            <a:r>
              <a:rPr b="0" lang="ru-RU" sz="3200" strike="noStrike" u="none">
                <a:solidFill>
                  <a:srgbClr val="ffffff"/>
                </a:solidFill>
                <a:effectLst/>
                <a:uFillTx/>
                <a:latin typeface="Noto Sans"/>
              </a:rPr>
              <a:t>Международное сотрудничество и вызовы</a:t>
            </a:r>
            <a:endParaRPr b="0" lang="ru-RU" sz="3200" strike="noStrike" u="none">
              <a:solidFill>
                <a:srgbClr val="ffffff"/>
              </a:solidFill>
              <a:effectLst/>
              <a:uFillTx/>
              <a:latin typeface="Noto Sans"/>
            </a:endParaRPr>
          </a:p>
        </p:txBody>
      </p:sp>
      <p:pic>
        <p:nvPicPr>
          <p:cNvPr id="77" name="" descr=""/>
          <p:cNvPicPr/>
          <p:nvPr/>
        </p:nvPicPr>
        <p:blipFill>
          <a:blip r:embed="rId1"/>
          <a:stretch/>
        </p:blipFill>
        <p:spPr>
          <a:xfrm>
            <a:off x="8518320" y="4108320"/>
            <a:ext cx="1561680" cy="1561680"/>
          </a:xfrm>
          <a:prstGeom prst="rect">
            <a:avLst/>
          </a:prstGeom>
          <a:noFill/>
          <a:ln w="0">
            <a:noFill/>
          </a:ln>
        </p:spPr>
      </p:pic>
      <p:sp>
        <p:nvSpPr>
          <p:cNvPr id="78" name=""/>
          <p:cNvSpPr txBox="1"/>
          <p:nvPr/>
        </p:nvSpPr>
        <p:spPr>
          <a:xfrm>
            <a:off x="116640" y="5247360"/>
            <a:ext cx="2943360" cy="332640"/>
          </a:xfrm>
          <a:prstGeom prst="rect">
            <a:avLst/>
          </a:prstGeom>
          <a:noFill/>
          <a:ln w="0">
            <a:noFill/>
          </a:ln>
        </p:spPr>
        <p:txBody>
          <a:bodyPr wrap="none" lIns="90000" rIns="90000" tIns="45000" bIns="45000" anchor="t">
            <a:spAutoFit/>
          </a:bodyPr>
          <a:p>
            <a:r>
              <a:rPr b="0" lang="ru-RU" sz="1400" strike="noStrike" u="none">
                <a:solidFill>
                  <a:srgbClr val="000000"/>
                </a:solidFill>
                <a:effectLst/>
                <a:uFillTx/>
                <a:latin typeface="Noto Sans"/>
              </a:rPr>
              <a:t>Гортоломей Иван ИВТБ-1303-06</a:t>
            </a:r>
            <a:endParaRPr b="0" lang="ru-RU" sz="1400" strike="noStrike" u="none">
              <a:solidFill>
                <a:srgbClr val="000000"/>
              </a:solidFill>
              <a:effectLst/>
              <a:uFillTx/>
              <a:latin typeface="Noto Sans"/>
            </a:endParaRPr>
          </a:p>
        </p:txBody>
      </p:sp>
    </p:spTree>
  </p:cSld>
  <p:transition>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540000" y="216000"/>
            <a:ext cx="9000000" cy="936000"/>
          </a:xfrm>
          <a:prstGeom prst="rect">
            <a:avLst/>
          </a:prstGeom>
          <a:noFill/>
          <a:ln w="0">
            <a:noFill/>
          </a:ln>
        </p:spPr>
        <p:txBody>
          <a:bodyPr lIns="0" rIns="0" tIns="0" bIns="0" anchor="ctr">
            <a:normAutofit/>
          </a:bodyPr>
          <a:p>
            <a:pPr indent="0" algn="ctr">
              <a:buNone/>
            </a:pPr>
            <a:r>
              <a:rPr b="1" lang="ru-RU" sz="4400" strike="noStrike" u="none">
                <a:solidFill>
                  <a:srgbClr val="ffffff"/>
                </a:solidFill>
                <a:effectLst/>
                <a:uFillTx/>
                <a:latin typeface="Noto Sans"/>
              </a:rPr>
              <a:t>Введение</a:t>
            </a:r>
            <a:endParaRPr b="1" lang="ru-RU" sz="4400" strike="noStrike" u="none">
              <a:solidFill>
                <a:srgbClr val="ffffff"/>
              </a:solidFill>
              <a:effectLst/>
              <a:uFillTx/>
              <a:latin typeface="Noto Sans"/>
            </a:endParaRPr>
          </a:p>
        </p:txBody>
      </p:sp>
      <p:sp>
        <p:nvSpPr>
          <p:cNvPr id="80" name="PlaceHolder 2"/>
          <p:cNvSpPr>
            <a:spLocks noGrp="1"/>
          </p:cNvSpPr>
          <p:nvPr>
            <p:ph/>
          </p:nvPr>
        </p:nvSpPr>
        <p:spPr>
          <a:xfrm>
            <a:off x="504000" y="1326600"/>
            <a:ext cx="9072000" cy="3893400"/>
          </a:xfrm>
          <a:prstGeom prst="rect">
            <a:avLst/>
          </a:prstGeom>
          <a:noFill/>
          <a:ln w="0">
            <a:noFill/>
          </a:ln>
        </p:spPr>
        <p:txBody>
          <a:bodyPr lIns="0" rIns="0" tIns="0" bIns="0" anchor="t">
            <a:normAutofit fontScale="85000" lnSpcReduction="19999"/>
          </a:bodyPr>
          <a:p>
            <a:pPr indent="0">
              <a:spcBef>
                <a:spcPts val="1417"/>
              </a:spcBef>
              <a:buNone/>
            </a:pPr>
            <a:r>
              <a:rPr b="1" lang="ru-RU" sz="3200" strike="noStrike" u="none">
                <a:solidFill>
                  <a:srgbClr val="ffffff"/>
                </a:solidFill>
                <a:effectLst/>
                <a:uFillTx/>
                <a:latin typeface="Noto Sans"/>
              </a:rPr>
              <a:t>Арктика является стратегически важным регионом для России</a:t>
            </a:r>
            <a:r>
              <a:rPr b="0" lang="ru-RU" sz="3200" strike="noStrike" u="none">
                <a:solidFill>
                  <a:srgbClr val="ffffff"/>
                </a:solidFill>
                <a:effectLst/>
                <a:uFillTx/>
                <a:latin typeface="Noto Sans"/>
              </a:rPr>
              <a:t>, где переплетаются экономические, геополитические и экологические интересы.</a:t>
            </a:r>
            <a:endParaRPr b="0" lang="ru-RU" sz="32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0" lang="ru-RU" sz="3200" strike="noStrike" u="none">
                <a:solidFill>
                  <a:srgbClr val="ffffff"/>
                </a:solidFill>
                <a:effectLst/>
                <a:uFillTx/>
                <a:latin typeface="Noto Sans"/>
              </a:rPr>
              <a:t>7% ВВП и 11% экспорта России формируется в Арктике</a:t>
            </a:r>
            <a:endParaRPr b="0" lang="ru-RU" sz="32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0" lang="ru-RU" sz="3200" strike="noStrike" u="none">
                <a:solidFill>
                  <a:srgbClr val="ffffff"/>
                </a:solidFill>
                <a:effectLst/>
                <a:uFillTx/>
                <a:latin typeface="Noto Sans"/>
              </a:rPr>
              <a:t>Проживает ~2,5 млн человек</a:t>
            </a:r>
            <a:endParaRPr b="0" lang="ru-RU" sz="32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0" lang="ru-RU" sz="3200" strike="noStrike" u="none">
                <a:solidFill>
                  <a:srgbClr val="ffffff"/>
                </a:solidFill>
                <a:effectLst/>
                <a:uFillTx/>
                <a:latin typeface="Noto Sans"/>
              </a:rPr>
              <a:t>Основной вызов: Сочетание развития в условиях геополитической напряженности</a:t>
            </a:r>
            <a:endParaRPr b="0" lang="ru-RU" sz="3200" strike="noStrike" u="none">
              <a:solidFill>
                <a:srgbClr val="ffffff"/>
              </a:solidFill>
              <a:effectLst/>
              <a:uFillTx/>
              <a:latin typeface="Noto Sans"/>
            </a:endParaRPr>
          </a:p>
          <a:p>
            <a:pPr indent="0">
              <a:spcBef>
                <a:spcPts val="1417"/>
              </a:spcBef>
              <a:buNone/>
            </a:pPr>
            <a:endParaRPr b="0" lang="ru-RU" sz="3200" strike="noStrike" u="none">
              <a:solidFill>
                <a:srgbClr val="ffffff"/>
              </a:solidFill>
              <a:effectLst/>
              <a:uFillTx/>
              <a:latin typeface="Noto Sans"/>
            </a:endParaRPr>
          </a:p>
        </p:txBody>
      </p:sp>
    </p:spTree>
  </p:cSld>
  <p:transition>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540000" y="216000"/>
            <a:ext cx="9000000" cy="936000"/>
          </a:xfrm>
          <a:prstGeom prst="rect">
            <a:avLst/>
          </a:prstGeom>
          <a:noFill/>
          <a:ln w="0">
            <a:noFill/>
          </a:ln>
        </p:spPr>
        <p:txBody>
          <a:bodyPr lIns="0" rIns="0" tIns="0" bIns="0" anchor="ctr">
            <a:normAutofit fontScale="70000" lnSpcReduction="19999"/>
          </a:bodyPr>
          <a:p>
            <a:pPr indent="0" algn="ctr">
              <a:buNone/>
            </a:pPr>
            <a:r>
              <a:rPr b="1" lang="ru-RU" sz="4400" strike="noStrike" u="none">
                <a:solidFill>
                  <a:srgbClr val="ffffff"/>
                </a:solidFill>
                <a:effectLst/>
                <a:uFillTx/>
                <a:latin typeface="Noto Sans"/>
              </a:rPr>
              <a:t>Национальные интересы России в Арктике</a:t>
            </a:r>
            <a:endParaRPr b="1" lang="ru-RU" sz="4400" strike="noStrike" u="none">
              <a:solidFill>
                <a:srgbClr val="ffffff"/>
              </a:solidFill>
              <a:effectLst/>
              <a:uFillTx/>
              <a:latin typeface="Noto Sans"/>
            </a:endParaRPr>
          </a:p>
        </p:txBody>
      </p:sp>
      <p:sp>
        <p:nvSpPr>
          <p:cNvPr id="82" name="PlaceHolder 2"/>
          <p:cNvSpPr>
            <a:spLocks noGrp="1"/>
          </p:cNvSpPr>
          <p:nvPr>
            <p:ph/>
          </p:nvPr>
        </p:nvSpPr>
        <p:spPr>
          <a:xfrm>
            <a:off x="504000" y="1326600"/>
            <a:ext cx="9072000" cy="389340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Экономические:</a:t>
            </a:r>
            <a:endParaRPr b="0" lang="ru-RU" sz="32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1" lang="ru-RU" sz="2800" strike="noStrike" u="none">
                <a:solidFill>
                  <a:srgbClr val="ffffff"/>
                </a:solidFill>
                <a:effectLst/>
                <a:uFillTx/>
                <a:latin typeface="Noto Sans"/>
              </a:rPr>
              <a:t>Освоение ресурсов</a:t>
            </a:r>
            <a:r>
              <a:rPr b="0" lang="ru-RU" sz="2800" strike="noStrike" u="none">
                <a:solidFill>
                  <a:srgbClr val="ffffff"/>
                </a:solidFill>
                <a:effectLst/>
                <a:uFillTx/>
                <a:latin typeface="Noto Sans"/>
              </a:rPr>
              <a:t> (нефть, газ, СПГ)</a:t>
            </a:r>
            <a:endParaRPr b="0" lang="ru-RU" sz="28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1" lang="ru-RU" sz="2800" strike="noStrike" u="none">
                <a:solidFill>
                  <a:srgbClr val="ffffff"/>
                </a:solidFill>
                <a:effectLst/>
                <a:uFillTx/>
                <a:latin typeface="Noto Sans"/>
              </a:rPr>
              <a:t>Развитие Севморпути</a:t>
            </a:r>
            <a:r>
              <a:rPr b="0" lang="ru-RU" sz="2800" strike="noStrike" u="none">
                <a:solidFill>
                  <a:srgbClr val="ffffff"/>
                </a:solidFill>
                <a:effectLst/>
                <a:uFillTx/>
                <a:latin typeface="Noto Sans"/>
              </a:rPr>
              <a:t> как национальной транспортной артерии</a:t>
            </a:r>
            <a:endParaRPr b="0" lang="ru-RU" sz="28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Военно-стратегические:</a:t>
            </a:r>
            <a:endParaRPr b="0" lang="ru-RU" sz="32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1" lang="ru-RU" sz="2800" strike="noStrike" u="none">
                <a:solidFill>
                  <a:srgbClr val="ffffff"/>
                </a:solidFill>
                <a:effectLst/>
                <a:uFillTx/>
                <a:latin typeface="Noto Sans"/>
              </a:rPr>
              <a:t>Защита суверенитета</a:t>
            </a:r>
            <a:r>
              <a:rPr b="0" lang="ru-RU" sz="2800" strike="noStrike" u="none">
                <a:solidFill>
                  <a:srgbClr val="ffffff"/>
                </a:solidFill>
                <a:effectLst/>
                <a:uFillTx/>
                <a:latin typeface="Noto Sans"/>
              </a:rPr>
              <a:t> и национальных интересов</a:t>
            </a:r>
            <a:endParaRPr b="0" lang="ru-RU" sz="28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0" lang="ru-RU" sz="2800" strike="noStrike" u="none">
                <a:solidFill>
                  <a:srgbClr val="ffffff"/>
                </a:solidFill>
                <a:effectLst/>
                <a:uFillTx/>
                <a:latin typeface="Noto Sans"/>
              </a:rPr>
              <a:t>Реакция на усиление активности НАТО</a:t>
            </a:r>
            <a:endParaRPr b="0" lang="ru-RU" sz="28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Социальные:</a:t>
            </a:r>
            <a:endParaRPr b="0" lang="ru-RU" sz="32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1" lang="ru-RU" sz="2800" strike="noStrike" u="none">
                <a:solidFill>
                  <a:srgbClr val="ffffff"/>
                </a:solidFill>
                <a:effectLst/>
                <a:uFillTx/>
                <a:latin typeface="Noto Sans"/>
              </a:rPr>
              <a:t>Улучшение качества жизни</a:t>
            </a:r>
            <a:r>
              <a:rPr b="0" lang="ru-RU" sz="2800" strike="noStrike" u="none">
                <a:solidFill>
                  <a:srgbClr val="ffffff"/>
                </a:solidFill>
                <a:effectLst/>
                <a:uFillTx/>
                <a:latin typeface="Noto Sans"/>
              </a:rPr>
              <a:t> 2,5 млн жителей</a:t>
            </a:r>
            <a:endParaRPr b="0" lang="ru-RU" sz="28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0" lang="ru-RU" sz="2800" strike="noStrike" u="none">
                <a:solidFill>
                  <a:srgbClr val="ffffff"/>
                </a:solidFill>
                <a:effectLst/>
                <a:uFillTx/>
                <a:latin typeface="Noto Sans"/>
              </a:rPr>
              <a:t>Реализация "Стратегии развития Арктики до 2035 года"</a:t>
            </a:r>
            <a:endParaRPr b="0" lang="ru-RU" sz="2800" strike="noStrike" u="none">
              <a:solidFill>
                <a:srgbClr val="ffffff"/>
              </a:solidFill>
              <a:effectLst/>
              <a:uFillTx/>
              <a:latin typeface="Noto Sans"/>
            </a:endParaRPr>
          </a:p>
        </p:txBody>
      </p:sp>
    </p:spTree>
  </p:cSld>
  <p:transition>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540000" y="216000"/>
            <a:ext cx="9000000" cy="936000"/>
          </a:xfrm>
          <a:prstGeom prst="rect">
            <a:avLst/>
          </a:prstGeom>
          <a:noFill/>
          <a:ln w="0">
            <a:noFill/>
          </a:ln>
        </p:spPr>
        <p:txBody>
          <a:bodyPr lIns="0" rIns="0" tIns="0" bIns="0" anchor="ctr">
            <a:normAutofit fontScale="70000" lnSpcReduction="19999"/>
          </a:bodyPr>
          <a:p>
            <a:pPr indent="0" algn="ctr">
              <a:buNone/>
            </a:pPr>
            <a:r>
              <a:rPr b="1" lang="ru-RU" sz="4400" strike="noStrike" u="none">
                <a:solidFill>
                  <a:srgbClr val="ffffff"/>
                </a:solidFill>
                <a:effectLst/>
                <a:uFillTx/>
                <a:latin typeface="Noto Sans"/>
              </a:rPr>
              <a:t>Международно-правовой статус Арктики</a:t>
            </a:r>
            <a:endParaRPr b="1" lang="ru-RU" sz="4400" strike="noStrike" u="none">
              <a:solidFill>
                <a:srgbClr val="ffffff"/>
              </a:solidFill>
              <a:effectLst/>
              <a:uFillTx/>
              <a:latin typeface="Noto Sans"/>
            </a:endParaRPr>
          </a:p>
        </p:txBody>
      </p:sp>
      <p:sp>
        <p:nvSpPr>
          <p:cNvPr id="84" name="PlaceHolder 2"/>
          <p:cNvSpPr>
            <a:spLocks noGrp="1"/>
          </p:cNvSpPr>
          <p:nvPr>
            <p:ph/>
          </p:nvPr>
        </p:nvSpPr>
        <p:spPr>
          <a:xfrm>
            <a:off x="504000" y="1326600"/>
            <a:ext cx="9072000" cy="3893400"/>
          </a:xfrm>
          <a:prstGeom prst="rect">
            <a:avLst/>
          </a:prstGeom>
          <a:noFill/>
          <a:ln w="0">
            <a:noFill/>
          </a:ln>
        </p:spPr>
        <p:txBody>
          <a:bodyPr lIns="0" rIns="0" tIns="0" bIns="0" anchor="t">
            <a:normAutofit fontScale="77500" lnSpcReduction="19999"/>
          </a:bodyPr>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Основной регулятор</a:t>
            </a:r>
            <a:r>
              <a:rPr b="0" lang="ru-RU" sz="3200" strike="noStrike" u="none">
                <a:solidFill>
                  <a:srgbClr val="ffffff"/>
                </a:solidFill>
                <a:effectLst/>
                <a:uFillTx/>
                <a:latin typeface="Noto Sans"/>
              </a:rPr>
              <a:t>: </a:t>
            </a:r>
            <a:r>
              <a:rPr b="1" lang="ru-RU" sz="3200" strike="noStrike" u="none">
                <a:solidFill>
                  <a:srgbClr val="ffffff"/>
                </a:solidFill>
                <a:effectLst/>
                <a:uFillTx/>
                <a:latin typeface="Noto Sans"/>
              </a:rPr>
              <a:t>Конвенция ООН</a:t>
            </a:r>
            <a:r>
              <a:rPr b="0" lang="ru-RU" sz="3200" strike="noStrike" u="none">
                <a:solidFill>
                  <a:srgbClr val="ffffff"/>
                </a:solidFill>
                <a:effectLst/>
                <a:uFillTx/>
                <a:latin typeface="Noto Sans"/>
              </a:rPr>
              <a:t> по морскому праву </a:t>
            </a:r>
            <a:r>
              <a:rPr b="1" lang="ru-RU" sz="3200" strike="noStrike" u="none">
                <a:solidFill>
                  <a:srgbClr val="ffffff"/>
                </a:solidFill>
                <a:effectLst/>
                <a:uFillTx/>
                <a:latin typeface="Noto Sans"/>
              </a:rPr>
              <a:t>(ЮНКЛОС)</a:t>
            </a:r>
            <a:endParaRPr b="0" lang="ru-RU" sz="32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Процесс: Определение границ</a:t>
            </a:r>
            <a:r>
              <a:rPr b="0" lang="ru-RU" sz="3200" strike="noStrike" u="none">
                <a:solidFill>
                  <a:srgbClr val="ffffff"/>
                </a:solidFill>
                <a:effectLst/>
                <a:uFillTx/>
                <a:latin typeface="Noto Sans"/>
              </a:rPr>
              <a:t> континентального шельфа </a:t>
            </a:r>
            <a:r>
              <a:rPr b="1" lang="ru-RU" sz="3200" strike="noStrike" u="none">
                <a:solidFill>
                  <a:srgbClr val="ffffff"/>
                </a:solidFill>
                <a:effectLst/>
                <a:uFillTx/>
                <a:latin typeface="Noto Sans"/>
              </a:rPr>
              <a:t>через</a:t>
            </a:r>
            <a:r>
              <a:rPr b="0" lang="ru-RU" sz="3200" strike="noStrike" u="none">
                <a:solidFill>
                  <a:srgbClr val="ffffff"/>
                </a:solidFill>
                <a:effectLst/>
                <a:uFillTx/>
                <a:latin typeface="Noto Sans"/>
              </a:rPr>
              <a:t> Комиссию </a:t>
            </a:r>
            <a:r>
              <a:rPr b="1" lang="ru-RU" sz="3200" strike="noStrike" u="none">
                <a:solidFill>
                  <a:srgbClr val="ffffff"/>
                </a:solidFill>
                <a:effectLst/>
                <a:uFillTx/>
                <a:latin typeface="Noto Sans"/>
              </a:rPr>
              <a:t>ООН (КГКШ)</a:t>
            </a:r>
            <a:endParaRPr b="0" lang="ru-RU" sz="32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0" lang="ru-RU" sz="3200" strike="noStrike" u="none">
                <a:solidFill>
                  <a:srgbClr val="ffffff"/>
                </a:solidFill>
                <a:effectLst/>
                <a:uFillTx/>
                <a:latin typeface="Noto Sans"/>
              </a:rPr>
              <a:t>Достижения России: В 2023 г. получены в основном положительные рекомендации КГКШ по хребтам Ломоносова и Менделеева</a:t>
            </a:r>
            <a:endParaRPr b="0" lang="ru-RU" sz="32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0" lang="ru-RU" sz="3200" strike="noStrike" u="none">
                <a:solidFill>
                  <a:srgbClr val="ffffff"/>
                </a:solidFill>
                <a:effectLst/>
                <a:uFillTx/>
                <a:latin typeface="Noto Sans"/>
              </a:rPr>
              <a:t>Не решено: Требуется доработать заявку по хребту Гаккеля; предстоят переговоры с Данией и Канадой о разграничении у Северного полюса</a:t>
            </a:r>
            <a:endParaRPr b="0" lang="ru-RU" sz="3200" strike="noStrike" u="none">
              <a:solidFill>
                <a:srgbClr val="ffffff"/>
              </a:solidFill>
              <a:effectLst/>
              <a:uFillTx/>
              <a:latin typeface="Noto Sans"/>
            </a:endParaRPr>
          </a:p>
        </p:txBody>
      </p:sp>
    </p:spTree>
  </p:cSld>
  <p:transition>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540000" y="216000"/>
            <a:ext cx="9000000" cy="936000"/>
          </a:xfrm>
          <a:prstGeom prst="rect">
            <a:avLst/>
          </a:prstGeom>
          <a:noFill/>
          <a:ln w="0">
            <a:noFill/>
          </a:ln>
        </p:spPr>
        <p:txBody>
          <a:bodyPr lIns="0" rIns="0" tIns="0" bIns="0" anchor="ctr">
            <a:normAutofit fontScale="70000" lnSpcReduction="19999"/>
          </a:bodyPr>
          <a:p>
            <a:pPr indent="0" algn="ctr">
              <a:buNone/>
            </a:pPr>
            <a:r>
              <a:rPr b="1" lang="ru-RU" sz="4400" strike="noStrike" u="none">
                <a:solidFill>
                  <a:srgbClr val="ffffff"/>
                </a:solidFill>
                <a:effectLst/>
                <a:uFillTx/>
                <a:latin typeface="Noto Sans"/>
              </a:rPr>
              <a:t>Экономические проекты.</a:t>
            </a:r>
            <a:br>
              <a:rPr sz="4400"/>
            </a:br>
            <a:r>
              <a:rPr b="1" lang="ru-RU" sz="4400" strike="noStrike" u="none">
                <a:solidFill>
                  <a:srgbClr val="ffffff"/>
                </a:solidFill>
                <a:effectLst/>
                <a:uFillTx/>
                <a:latin typeface="Noto Sans"/>
              </a:rPr>
              <a:t>Северный морской путь</a:t>
            </a:r>
            <a:endParaRPr b="1" lang="ru-RU" sz="4400" strike="noStrike" u="none">
              <a:solidFill>
                <a:srgbClr val="ffffff"/>
              </a:solidFill>
              <a:effectLst/>
              <a:uFillTx/>
              <a:latin typeface="Noto Sans"/>
            </a:endParaRPr>
          </a:p>
        </p:txBody>
      </p:sp>
      <p:sp>
        <p:nvSpPr>
          <p:cNvPr id="86" name="PlaceHolder 2"/>
          <p:cNvSpPr>
            <a:spLocks noGrp="1"/>
          </p:cNvSpPr>
          <p:nvPr>
            <p:ph/>
          </p:nvPr>
        </p:nvSpPr>
        <p:spPr>
          <a:xfrm>
            <a:off x="504000" y="1326600"/>
            <a:ext cx="9072000" cy="3893400"/>
          </a:xfrm>
          <a:prstGeom prst="rect">
            <a:avLst/>
          </a:prstGeom>
          <a:noFill/>
          <a:ln w="0">
            <a:noFill/>
          </a:ln>
        </p:spPr>
        <p:txBody>
          <a:bodyPr lIns="0" rIns="0" tIns="0" bIns="0" anchor="t">
            <a:normAutofit fontScale="70000" lnSpcReduction="19999"/>
          </a:bodyPr>
          <a:p>
            <a:pPr indent="0">
              <a:spcBef>
                <a:spcPts val="1417"/>
              </a:spcBef>
              <a:buNone/>
            </a:pPr>
            <a:r>
              <a:rPr b="0" lang="ru-RU" sz="3200" strike="noStrike" u="none">
                <a:solidFill>
                  <a:srgbClr val="ffffff"/>
                </a:solidFill>
                <a:effectLst/>
                <a:uFillTx/>
                <a:latin typeface="Noto Sans"/>
              </a:rPr>
              <a:t>Динамика грузопотока по СМП (2014: 4 млн т → 2024: 38 млн т → План 2030: 70-100 млн т)</a:t>
            </a:r>
            <a:endParaRPr b="0" lang="ru-RU" sz="32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Текущий статус</a:t>
            </a:r>
            <a:r>
              <a:rPr b="0" lang="ru-RU" sz="3200" strike="noStrike" u="none">
                <a:solidFill>
                  <a:srgbClr val="ffffff"/>
                </a:solidFill>
                <a:effectLst/>
                <a:uFillTx/>
                <a:latin typeface="Noto Sans"/>
              </a:rPr>
              <a:t>: 36,2 млн тонн в 2025 г. </a:t>
            </a:r>
            <a:r>
              <a:rPr b="1" lang="ru-RU" sz="3200" strike="noStrike" u="none">
                <a:solidFill>
                  <a:srgbClr val="ffffff"/>
                </a:solidFill>
                <a:effectLst/>
                <a:uFillTx/>
                <a:latin typeface="Noto Sans"/>
              </a:rPr>
              <a:t>Снижение нефтяных перевозок из-за санкций</a:t>
            </a:r>
            <a:endParaRPr b="0" lang="ru-RU" sz="32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0" lang="ru-RU" sz="3200" strike="noStrike" u="none">
                <a:solidFill>
                  <a:srgbClr val="ffffff"/>
                </a:solidFill>
                <a:effectLst/>
                <a:uFillTx/>
                <a:latin typeface="Noto Sans"/>
              </a:rPr>
              <a:t>Стратегическая цель: Создание Трансарктического транспортного коридора (от СПБ до Владивостока)</a:t>
            </a:r>
            <a:endParaRPr b="0" lang="ru-RU" sz="32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0" lang="ru-RU" sz="3200" strike="noStrike" u="none">
                <a:solidFill>
                  <a:srgbClr val="ffffff"/>
                </a:solidFill>
                <a:effectLst/>
                <a:uFillTx/>
                <a:latin typeface="Noto Sans"/>
              </a:rPr>
              <a:t>Новые проекты: Глубоководный порт Найба, сотрудничество с Китаем в логистике</a:t>
            </a:r>
            <a:endParaRPr b="0" lang="ru-RU" sz="32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Вызовы: "Теневой флот", уход западных страховщиков, сезонность</a:t>
            </a:r>
            <a:endParaRPr b="0" lang="ru-RU" sz="3200" strike="noStrike" u="none">
              <a:solidFill>
                <a:srgbClr val="ffffff"/>
              </a:solidFill>
              <a:effectLst/>
              <a:uFillTx/>
              <a:latin typeface="Noto Sans"/>
            </a:endParaRPr>
          </a:p>
        </p:txBody>
      </p:sp>
    </p:spTree>
  </p:cSld>
  <p:transition>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540000" y="216000"/>
            <a:ext cx="9000000" cy="936000"/>
          </a:xfrm>
          <a:prstGeom prst="rect">
            <a:avLst/>
          </a:prstGeom>
          <a:noFill/>
          <a:ln w="0">
            <a:noFill/>
          </a:ln>
        </p:spPr>
        <p:txBody>
          <a:bodyPr lIns="0" rIns="0" tIns="0" bIns="0" anchor="ctr">
            <a:normAutofit fontScale="70000" lnSpcReduction="19999"/>
          </a:bodyPr>
          <a:p>
            <a:pPr indent="0" algn="ctr">
              <a:buNone/>
            </a:pPr>
            <a:r>
              <a:rPr b="1" lang="ru-RU" sz="4400" strike="noStrike" u="none">
                <a:solidFill>
                  <a:srgbClr val="ffffff"/>
                </a:solidFill>
                <a:effectLst/>
                <a:uFillTx/>
                <a:latin typeface="Noto Sans"/>
              </a:rPr>
              <a:t>Экономические проекты.</a:t>
            </a:r>
            <a:br>
              <a:rPr sz="4400"/>
            </a:br>
            <a:r>
              <a:rPr b="1" lang="ru-RU" sz="4400" strike="noStrike" u="none">
                <a:solidFill>
                  <a:srgbClr val="ffffff"/>
                </a:solidFill>
                <a:effectLst/>
                <a:uFillTx/>
                <a:latin typeface="Noto Sans"/>
              </a:rPr>
              <a:t>Ресурсы и партнеры</a:t>
            </a:r>
            <a:endParaRPr b="1" lang="ru-RU" sz="4400" strike="noStrike" u="none">
              <a:solidFill>
                <a:srgbClr val="ffffff"/>
              </a:solidFill>
              <a:effectLst/>
              <a:uFillTx/>
              <a:latin typeface="Noto Sans"/>
            </a:endParaRPr>
          </a:p>
        </p:txBody>
      </p:sp>
      <p:sp>
        <p:nvSpPr>
          <p:cNvPr id="88" name="PlaceHolder 2"/>
          <p:cNvSpPr>
            <a:spLocks noGrp="1"/>
          </p:cNvSpPr>
          <p:nvPr>
            <p:ph/>
          </p:nvPr>
        </p:nvSpPr>
        <p:spPr>
          <a:xfrm>
            <a:off x="504000" y="1326600"/>
            <a:ext cx="9072000" cy="389340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Шельфовые месторождения:</a:t>
            </a:r>
            <a:r>
              <a:rPr b="0" lang="ru-RU" sz="3200" strike="noStrike" u="none">
                <a:solidFill>
                  <a:srgbClr val="ffffff"/>
                </a:solidFill>
                <a:effectLst/>
                <a:uFillTx/>
                <a:latin typeface="Noto Sans"/>
              </a:rPr>
              <a:t> Большинство ресурсов в ИЭЗ. Освоение полюса – сложно и нерентабельно</a:t>
            </a:r>
            <a:endParaRPr b="0" lang="ru-RU" sz="32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Проекты СПГ ("Ямал СПГ", "Арктик СПГ-2"):</a:t>
            </a:r>
            <a:endParaRPr b="0" lang="ru-RU" sz="32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0" lang="ru-RU" sz="2800" strike="noStrike" u="none">
                <a:solidFill>
                  <a:srgbClr val="ffffff"/>
                </a:solidFill>
                <a:effectLst/>
                <a:uFillTx/>
                <a:latin typeface="Noto Sans"/>
              </a:rPr>
              <a:t>Вызов: Уход европейских покупателей</a:t>
            </a:r>
            <a:endParaRPr b="0" lang="ru-RU" sz="28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0" lang="ru-RU" sz="2800" strike="noStrike" u="none">
                <a:solidFill>
                  <a:srgbClr val="ffffff"/>
                </a:solidFill>
                <a:effectLst/>
                <a:uFillTx/>
                <a:latin typeface="Noto Sans"/>
              </a:rPr>
              <a:t>Решение: Переориентация на рынки Азии (Китай, Индия)</a:t>
            </a:r>
            <a:endParaRPr b="0" lang="ru-RU" sz="28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Международное сотрудничество</a:t>
            </a:r>
            <a:r>
              <a:rPr b="0" lang="ru-RU" sz="3200" strike="noStrike" u="none">
                <a:solidFill>
                  <a:srgbClr val="ffffff"/>
                </a:solidFill>
                <a:effectLst/>
                <a:uFillTx/>
                <a:latin typeface="Noto Sans"/>
              </a:rPr>
              <a:t>:</a:t>
            </a:r>
            <a:endParaRPr b="0" lang="ru-RU" sz="32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1" lang="ru-RU" sz="2800" strike="noStrike" u="none">
                <a:solidFill>
                  <a:srgbClr val="ffffff"/>
                </a:solidFill>
                <a:effectLst/>
                <a:uFillTx/>
                <a:latin typeface="Noto Sans"/>
              </a:rPr>
              <a:t>С Китаем: Совместные проекты СПГ</a:t>
            </a:r>
            <a:r>
              <a:rPr b="0" lang="ru-RU" sz="2800" strike="noStrike" u="none">
                <a:solidFill>
                  <a:srgbClr val="ffffff"/>
                </a:solidFill>
                <a:effectLst/>
                <a:uFillTx/>
                <a:latin typeface="Noto Sans"/>
              </a:rPr>
              <a:t>, технологии, "Ледовый шелковый путь"</a:t>
            </a:r>
            <a:endParaRPr b="0" lang="ru-RU" sz="28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1" lang="ru-RU" sz="2800" strike="noStrike" u="none">
                <a:solidFill>
                  <a:srgbClr val="ffffff"/>
                </a:solidFill>
                <a:effectLst/>
                <a:uFillTx/>
                <a:latin typeface="Noto Sans"/>
              </a:rPr>
              <a:t>С Индией: Планы по строительству танкеров</a:t>
            </a:r>
            <a:r>
              <a:rPr b="0" lang="ru-RU" sz="2800" strike="noStrike" u="none">
                <a:solidFill>
                  <a:srgbClr val="ffffff"/>
                </a:solidFill>
                <a:effectLst/>
                <a:uFillTx/>
                <a:latin typeface="Noto Sans"/>
              </a:rPr>
              <a:t> и ледоколов, рост товарооборота</a:t>
            </a:r>
            <a:endParaRPr b="0" lang="ru-RU" sz="2800" strike="noStrike" u="none">
              <a:solidFill>
                <a:srgbClr val="ffffff"/>
              </a:solidFill>
              <a:effectLst/>
              <a:uFillTx/>
              <a:latin typeface="Noto Sans"/>
            </a:endParaRPr>
          </a:p>
        </p:txBody>
      </p:sp>
    </p:spTree>
  </p:cSld>
  <p:transition>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540000" y="216000"/>
            <a:ext cx="9000000" cy="936000"/>
          </a:xfrm>
          <a:prstGeom prst="rect">
            <a:avLst/>
          </a:prstGeom>
          <a:noFill/>
          <a:ln w="0">
            <a:noFill/>
          </a:ln>
        </p:spPr>
        <p:txBody>
          <a:bodyPr lIns="0" rIns="0" tIns="0" bIns="0" anchor="ctr">
            <a:normAutofit/>
          </a:bodyPr>
          <a:p>
            <a:pPr indent="0" algn="ctr">
              <a:buNone/>
            </a:pPr>
            <a:r>
              <a:rPr b="1" lang="ru-RU" sz="4400" strike="noStrike" u="none">
                <a:solidFill>
                  <a:srgbClr val="ffffff"/>
                </a:solidFill>
                <a:effectLst/>
                <a:uFillTx/>
                <a:latin typeface="Noto Sans"/>
              </a:rPr>
              <a:t>Экология и безопасность</a:t>
            </a:r>
            <a:endParaRPr b="1" lang="ru-RU" sz="4400" strike="noStrike" u="none">
              <a:solidFill>
                <a:srgbClr val="ffffff"/>
              </a:solidFill>
              <a:effectLst/>
              <a:uFillTx/>
              <a:latin typeface="Noto Sans"/>
            </a:endParaRPr>
          </a:p>
        </p:txBody>
      </p:sp>
      <p:sp>
        <p:nvSpPr>
          <p:cNvPr id="90" name="PlaceHolder 2"/>
          <p:cNvSpPr>
            <a:spLocks noGrp="1"/>
          </p:cNvSpPr>
          <p:nvPr>
            <p:ph/>
          </p:nvPr>
        </p:nvSpPr>
        <p:spPr>
          <a:xfrm>
            <a:off x="504000" y="1326600"/>
            <a:ext cx="9072000" cy="389340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1" lang="ru-RU" sz="2100" strike="noStrike" u="none">
                <a:solidFill>
                  <a:srgbClr val="ffffff"/>
                </a:solidFill>
                <a:effectLst/>
                <a:uFillTx/>
                <a:latin typeface="Noto Sans"/>
              </a:rPr>
              <a:t>Экологические вызовы: Хрупкость экосистемы</a:t>
            </a:r>
            <a:r>
              <a:rPr b="0" lang="ru-RU" sz="2100" strike="noStrike" u="none">
                <a:solidFill>
                  <a:srgbClr val="ffffff"/>
                </a:solidFill>
                <a:effectLst/>
                <a:uFillTx/>
                <a:latin typeface="Noto Sans"/>
              </a:rPr>
              <a:t>, свернутое международное сотрудничество в Арктическом совете</a:t>
            </a:r>
            <a:endParaRPr b="0" lang="ru-RU" sz="21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1" lang="ru-RU" sz="2100" strike="noStrike" u="none">
                <a:solidFill>
                  <a:srgbClr val="ffffff"/>
                </a:solidFill>
                <a:effectLst/>
                <a:uFillTx/>
                <a:latin typeface="Noto Sans"/>
              </a:rPr>
              <a:t>Новые инициативы: </a:t>
            </a:r>
            <a:r>
              <a:rPr b="0" lang="ru-RU" sz="2100" strike="noStrike" u="none">
                <a:solidFill>
                  <a:srgbClr val="ffffff"/>
                </a:solidFill>
                <a:effectLst/>
                <a:uFillTx/>
                <a:latin typeface="Noto Sans"/>
              </a:rPr>
              <a:t>Климатические проекты</a:t>
            </a:r>
            <a:r>
              <a:rPr b="0" lang="ru-RU" sz="2100" strike="noStrike" u="none">
                <a:solidFill>
                  <a:srgbClr val="ffffff"/>
                </a:solidFill>
                <a:effectLst/>
                <a:uFillTx/>
                <a:latin typeface="Noto Sans"/>
              </a:rPr>
              <a:t> (</a:t>
            </a:r>
            <a:r>
              <a:rPr b="1" lang="ru-RU" sz="2100" strike="noStrike" u="none">
                <a:solidFill>
                  <a:srgbClr val="ffffff"/>
                </a:solidFill>
                <a:effectLst/>
                <a:uFillTx/>
                <a:latin typeface="Noto Sans"/>
              </a:rPr>
              <a:t>Сахалинский эксперимент</a:t>
            </a:r>
            <a:r>
              <a:rPr b="0" lang="ru-RU" sz="2100" strike="noStrike" u="none">
                <a:solidFill>
                  <a:srgbClr val="ffffff"/>
                </a:solidFill>
                <a:effectLst/>
                <a:uFillTx/>
                <a:latin typeface="Noto Sans"/>
              </a:rPr>
              <a:t>, сотрудничество Якутии и Сахалина)</a:t>
            </a:r>
            <a:endParaRPr b="0" lang="ru-RU" sz="21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0" lang="ru-RU" sz="2100" strike="noStrike" u="none">
                <a:solidFill>
                  <a:srgbClr val="ffffff"/>
                </a:solidFill>
                <a:effectLst/>
                <a:uFillTx/>
                <a:latin typeface="Noto Sans"/>
              </a:rPr>
              <a:t>Комплексная безопасность:</a:t>
            </a:r>
            <a:endParaRPr b="0" lang="ru-RU" sz="21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0" lang="ru-RU" sz="2100" strike="noStrike" u="none">
                <a:solidFill>
                  <a:srgbClr val="ffffff"/>
                </a:solidFill>
                <a:effectLst/>
                <a:uFillTx/>
                <a:latin typeface="Noto Sans"/>
              </a:rPr>
              <a:t>Военная: Модернизация ифрас. в ответ на действия НАТО</a:t>
            </a:r>
            <a:endParaRPr b="0" lang="ru-RU" sz="21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0" lang="ru-RU" sz="2100" strike="noStrike" u="none">
                <a:solidFill>
                  <a:srgbClr val="ffffff"/>
                </a:solidFill>
                <a:effectLst/>
                <a:uFillTx/>
                <a:latin typeface="Noto Sans"/>
              </a:rPr>
              <a:t>Экологическая: Предупреждение и ликвидация ЧС</a:t>
            </a:r>
            <a:endParaRPr b="0" lang="ru-RU" sz="21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0" lang="ru-RU" sz="2100" strike="noStrike" u="none">
                <a:solidFill>
                  <a:srgbClr val="ffffff"/>
                </a:solidFill>
                <a:effectLst/>
                <a:uFillTx/>
                <a:latin typeface="Noto Sans"/>
              </a:rPr>
              <a:t>Экономическая: Устойчивость логистики</a:t>
            </a:r>
            <a:endParaRPr b="0" lang="ru-RU" sz="2100" strike="noStrike" u="none">
              <a:solidFill>
                <a:srgbClr val="ffffff"/>
              </a:solidFill>
              <a:effectLst/>
              <a:uFillTx/>
              <a:latin typeface="Noto Sans"/>
            </a:endParaRPr>
          </a:p>
        </p:txBody>
      </p:sp>
    </p:spTree>
  </p:cSld>
  <p:transition>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540000" y="216000"/>
            <a:ext cx="9000000" cy="936000"/>
          </a:xfrm>
          <a:prstGeom prst="rect">
            <a:avLst/>
          </a:prstGeom>
          <a:noFill/>
          <a:ln w="0">
            <a:noFill/>
          </a:ln>
        </p:spPr>
        <p:txBody>
          <a:bodyPr lIns="0" rIns="0" tIns="0" bIns="0" anchor="ctr">
            <a:normAutofit fontScale="70000" lnSpcReduction="19999"/>
          </a:bodyPr>
          <a:p>
            <a:pPr indent="0" algn="ctr">
              <a:buNone/>
            </a:pPr>
            <a:r>
              <a:rPr b="1" lang="ru-RU" sz="4400" strike="noStrike" u="none">
                <a:solidFill>
                  <a:srgbClr val="ffffff"/>
                </a:solidFill>
                <a:effectLst/>
                <a:uFillTx/>
                <a:latin typeface="Noto Sans"/>
              </a:rPr>
              <a:t>Взаимодействие с другими государствами</a:t>
            </a:r>
            <a:endParaRPr b="1" lang="ru-RU" sz="4400" strike="noStrike" u="none">
              <a:solidFill>
                <a:srgbClr val="ffffff"/>
              </a:solidFill>
              <a:effectLst/>
              <a:uFillTx/>
              <a:latin typeface="Noto Sans"/>
            </a:endParaRPr>
          </a:p>
        </p:txBody>
      </p:sp>
      <p:sp>
        <p:nvSpPr>
          <p:cNvPr id="92" name="PlaceHolder 2"/>
          <p:cNvSpPr>
            <a:spLocks noGrp="1"/>
          </p:cNvSpPr>
          <p:nvPr>
            <p:ph/>
          </p:nvPr>
        </p:nvSpPr>
        <p:spPr>
          <a:xfrm>
            <a:off x="504000" y="1326600"/>
            <a:ext cx="9072000" cy="3893400"/>
          </a:xfrm>
          <a:prstGeom prst="rect">
            <a:avLst/>
          </a:prstGeom>
          <a:noFill/>
          <a:ln w="0">
            <a:noFill/>
          </a:ln>
        </p:spPr>
        <p:txBody>
          <a:bodyPr lIns="0" rIns="0" tIns="0" bIns="0" anchor="t">
            <a:normAutofit fontScale="85000" lnSpcReduction="19999"/>
          </a:bodyPr>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С арктическими странами и НАТО: Диалог заморожен</a:t>
            </a:r>
            <a:r>
              <a:rPr b="0" lang="ru-RU" sz="3200" strike="noStrike" u="none">
                <a:solidFill>
                  <a:srgbClr val="ffffff"/>
                </a:solidFill>
                <a:effectLst/>
                <a:uFillTx/>
                <a:latin typeface="Noto Sans"/>
              </a:rPr>
              <a:t> (Арктический совет), обвинения в конфронтационном курсе</a:t>
            </a:r>
            <a:endParaRPr b="0" lang="ru-RU" sz="32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Поворот на Восток:</a:t>
            </a:r>
            <a:endParaRPr b="0" lang="ru-RU" sz="32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1" lang="ru-RU" sz="2800" strike="noStrike" u="none">
                <a:solidFill>
                  <a:srgbClr val="ffffff"/>
                </a:solidFill>
                <a:effectLst/>
                <a:uFillTx/>
                <a:latin typeface="Noto Sans"/>
              </a:rPr>
              <a:t>Китай</a:t>
            </a:r>
            <a:r>
              <a:rPr b="0" lang="ru-RU" sz="2800" strike="noStrike" u="none">
                <a:solidFill>
                  <a:srgbClr val="ffffff"/>
                </a:solidFill>
                <a:effectLst/>
                <a:uFillTx/>
                <a:latin typeface="Noto Sans"/>
              </a:rPr>
              <a:t>: Ключевой партнер в экономике и технологиях</a:t>
            </a:r>
            <a:endParaRPr b="0" lang="ru-RU" sz="2800" strike="noStrike" u="none">
              <a:solidFill>
                <a:srgbClr val="ffffff"/>
              </a:solidFill>
              <a:effectLst/>
              <a:uFillTx/>
              <a:latin typeface="Noto Sans"/>
            </a:endParaRPr>
          </a:p>
          <a:p>
            <a:pPr lvl="1" marL="864000" indent="-324000">
              <a:spcBef>
                <a:spcPts val="1134"/>
              </a:spcBef>
              <a:buClr>
                <a:srgbClr val="ffffff"/>
              </a:buClr>
              <a:buSzPct val="75000"/>
              <a:buFont typeface="Symbol" charset="2"/>
              <a:buChar char=""/>
            </a:pPr>
            <a:r>
              <a:rPr b="1" lang="ru-RU" sz="2800" strike="noStrike" u="none">
                <a:solidFill>
                  <a:srgbClr val="ffffff"/>
                </a:solidFill>
                <a:effectLst/>
                <a:uFillTx/>
                <a:latin typeface="Noto Sans"/>
              </a:rPr>
              <a:t>Индия</a:t>
            </a:r>
            <a:r>
              <a:rPr b="0" lang="ru-RU" sz="2800" strike="noStrike" u="none">
                <a:solidFill>
                  <a:srgbClr val="ffffff"/>
                </a:solidFill>
                <a:effectLst/>
                <a:uFillTx/>
                <a:latin typeface="Noto Sans"/>
              </a:rPr>
              <a:t>: Перспективный партнер в судостроении и энергетике</a:t>
            </a:r>
            <a:endParaRPr b="0" lang="ru-RU" sz="2800" strike="noStrike" u="none">
              <a:solidFill>
                <a:srgbClr val="ffffff"/>
              </a:solidFill>
              <a:effectLst/>
              <a:uFillTx/>
              <a:latin typeface="Noto Sans"/>
            </a:endParaRPr>
          </a:p>
          <a:p>
            <a:pPr marL="432000" indent="-324000">
              <a:spcBef>
                <a:spcPts val="1417"/>
              </a:spcBef>
              <a:buClr>
                <a:srgbClr val="ffffff"/>
              </a:buClr>
              <a:buSzPct val="45000"/>
              <a:buFont typeface="Wingdings" charset="2"/>
              <a:buChar char=""/>
            </a:pPr>
            <a:r>
              <a:rPr b="1" lang="ru-RU" sz="3200" strike="noStrike" u="none">
                <a:solidFill>
                  <a:srgbClr val="ffffff"/>
                </a:solidFill>
                <a:effectLst/>
                <a:uFillTx/>
                <a:latin typeface="Noto Sans"/>
              </a:rPr>
              <a:t>Многосторонние форматы:</a:t>
            </a:r>
            <a:r>
              <a:rPr b="0" lang="ru-RU" sz="3200" strike="noStrike" u="none">
                <a:solidFill>
                  <a:srgbClr val="ffffff"/>
                </a:solidFill>
                <a:effectLst/>
                <a:uFillTx/>
                <a:latin typeface="Noto Sans"/>
              </a:rPr>
              <a:t> Развитие арктической повестки в </a:t>
            </a:r>
            <a:r>
              <a:rPr b="1" lang="ru-RU" sz="3200" strike="noStrike" u="none">
                <a:solidFill>
                  <a:srgbClr val="ffffff"/>
                </a:solidFill>
                <a:effectLst/>
                <a:uFillTx/>
                <a:latin typeface="Noto Sans"/>
              </a:rPr>
              <a:t>БРИКС и ШОС</a:t>
            </a:r>
            <a:endParaRPr b="0" lang="ru-RU" sz="3200" strike="noStrike" u="none">
              <a:solidFill>
                <a:srgbClr val="ffffff"/>
              </a:solidFill>
              <a:effectLst/>
              <a:uFillTx/>
              <a:latin typeface="Noto Sans"/>
            </a:endParaRPr>
          </a:p>
        </p:txBody>
      </p:sp>
    </p:spTree>
  </p:cSld>
  <p:transition>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540000" y="216000"/>
            <a:ext cx="9000000" cy="936000"/>
          </a:xfrm>
          <a:prstGeom prst="rect">
            <a:avLst/>
          </a:prstGeom>
          <a:noFill/>
          <a:ln w="0">
            <a:noFill/>
          </a:ln>
        </p:spPr>
        <p:txBody>
          <a:bodyPr lIns="0" rIns="0" tIns="0" bIns="0" anchor="ctr">
            <a:normAutofit/>
          </a:bodyPr>
          <a:p>
            <a:pPr indent="0" algn="ctr">
              <a:buNone/>
            </a:pPr>
            <a:r>
              <a:rPr b="1" lang="ru-RU" sz="4400" strike="noStrike" u="none">
                <a:solidFill>
                  <a:srgbClr val="ffffff"/>
                </a:solidFill>
                <a:effectLst/>
                <a:uFillTx/>
                <a:latin typeface="Noto Sans"/>
              </a:rPr>
              <a:t>Ключевые проблемы</a:t>
            </a:r>
            <a:endParaRPr b="1" lang="ru-RU" sz="4400" strike="noStrike" u="none">
              <a:solidFill>
                <a:srgbClr val="ffffff"/>
              </a:solidFill>
              <a:effectLst/>
              <a:uFillTx/>
              <a:latin typeface="Noto Sans"/>
            </a:endParaRPr>
          </a:p>
        </p:txBody>
      </p:sp>
      <p:sp>
        <p:nvSpPr>
          <p:cNvPr id="94" name="PlaceHolder 2"/>
          <p:cNvSpPr>
            <a:spLocks noGrp="1"/>
          </p:cNvSpPr>
          <p:nvPr>
            <p:ph/>
          </p:nvPr>
        </p:nvSpPr>
        <p:spPr>
          <a:xfrm>
            <a:off x="504000" y="1326600"/>
            <a:ext cx="9072000" cy="3893400"/>
          </a:xfrm>
          <a:prstGeom prst="rect">
            <a:avLst/>
          </a:prstGeom>
          <a:noFill/>
          <a:ln w="0">
            <a:noFill/>
          </a:ln>
        </p:spPr>
        <p:txBody>
          <a:bodyPr lIns="0" rIns="0" tIns="0" bIns="0" anchor="t">
            <a:normAutofit fontScale="77500" lnSpcReduction="19999"/>
          </a:bodyPr>
          <a:p>
            <a:pPr indent="0">
              <a:spcBef>
                <a:spcPts val="1417"/>
              </a:spcBef>
              <a:buNone/>
            </a:pPr>
            <a:r>
              <a:rPr b="1" lang="ru-RU" sz="3200" strike="noStrike" u="none">
                <a:solidFill>
                  <a:srgbClr val="ffffff"/>
                </a:solidFill>
                <a:effectLst/>
                <a:uFillTx/>
                <a:latin typeface="Noto Sans"/>
              </a:rPr>
              <a:t>Основные проблемы:</a:t>
            </a:r>
            <a:endParaRPr b="0" lang="ru-RU" sz="3200" strike="noStrike" u="none">
              <a:solidFill>
                <a:srgbClr val="ffffff"/>
              </a:solidFill>
              <a:effectLst/>
              <a:uFillTx/>
              <a:latin typeface="Noto Sans"/>
            </a:endParaRPr>
          </a:p>
          <a:p>
            <a:pPr marL="432000" indent="-324000">
              <a:spcBef>
                <a:spcPts val="1417"/>
              </a:spcBef>
              <a:buClr>
                <a:srgbClr val="ffffff"/>
              </a:buClr>
              <a:buFont typeface="StarSymbol"/>
              <a:buAutoNum type="arabicPeriod"/>
            </a:pPr>
            <a:r>
              <a:rPr b="0" lang="ru-RU" sz="3200" strike="noStrike" u="none">
                <a:solidFill>
                  <a:srgbClr val="ffffff"/>
                </a:solidFill>
                <a:effectLst/>
                <a:uFillTx/>
                <a:latin typeface="Noto Sans"/>
              </a:rPr>
              <a:t> </a:t>
            </a:r>
            <a:r>
              <a:rPr b="1" lang="ru-RU" sz="3200" strike="noStrike" u="none">
                <a:solidFill>
                  <a:srgbClr val="ffffff"/>
                </a:solidFill>
                <a:effectLst/>
                <a:uFillTx/>
                <a:latin typeface="Noto Sans"/>
              </a:rPr>
              <a:t>Геополитика</a:t>
            </a:r>
            <a:r>
              <a:rPr b="0" lang="ru-RU" sz="3200" strike="noStrike" u="none">
                <a:solidFill>
                  <a:srgbClr val="ffffff"/>
                </a:solidFill>
                <a:effectLst/>
                <a:uFillTx/>
                <a:latin typeface="Noto Sans"/>
              </a:rPr>
              <a:t>: Рост конкуренции, "дилемма безопасности"</a:t>
            </a:r>
            <a:endParaRPr b="0" lang="ru-RU" sz="3200" strike="noStrike" u="none">
              <a:solidFill>
                <a:srgbClr val="ffffff"/>
              </a:solidFill>
              <a:effectLst/>
              <a:uFillTx/>
              <a:latin typeface="Noto Sans"/>
            </a:endParaRPr>
          </a:p>
          <a:p>
            <a:pPr marL="432000" indent="-324000">
              <a:spcBef>
                <a:spcPts val="1417"/>
              </a:spcBef>
              <a:buClr>
                <a:srgbClr val="ffffff"/>
              </a:buClr>
              <a:buFont typeface="StarSymbol"/>
              <a:buAutoNum type="arabicPeriod"/>
            </a:pPr>
            <a:r>
              <a:rPr b="0" lang="ru-RU" sz="3200" strike="noStrike" u="none">
                <a:solidFill>
                  <a:srgbClr val="ffffff"/>
                </a:solidFill>
                <a:effectLst/>
                <a:uFillTx/>
                <a:latin typeface="Noto Sans"/>
              </a:rPr>
              <a:t> </a:t>
            </a:r>
            <a:r>
              <a:rPr b="1" lang="ru-RU" sz="3200" strike="noStrike" u="none">
                <a:solidFill>
                  <a:srgbClr val="ffffff"/>
                </a:solidFill>
                <a:effectLst/>
                <a:uFillTx/>
                <a:latin typeface="Noto Sans"/>
              </a:rPr>
              <a:t>Экономика</a:t>
            </a:r>
            <a:r>
              <a:rPr b="0" lang="ru-RU" sz="3200" strike="noStrike" u="none">
                <a:solidFill>
                  <a:srgbClr val="ffffff"/>
                </a:solidFill>
                <a:effectLst/>
                <a:uFillTx/>
                <a:latin typeface="Noto Sans"/>
              </a:rPr>
              <a:t>: Санкции, логистические и технологические разрывы</a:t>
            </a:r>
            <a:endParaRPr b="0" lang="ru-RU" sz="3200" strike="noStrike" u="none">
              <a:solidFill>
                <a:srgbClr val="ffffff"/>
              </a:solidFill>
              <a:effectLst/>
              <a:uFillTx/>
              <a:latin typeface="Noto Sans"/>
            </a:endParaRPr>
          </a:p>
          <a:p>
            <a:pPr marL="432000" indent="-324000">
              <a:spcBef>
                <a:spcPts val="1417"/>
              </a:spcBef>
              <a:buClr>
                <a:srgbClr val="ffffff"/>
              </a:buClr>
              <a:buFont typeface="StarSymbol"/>
              <a:buAutoNum type="arabicPeriod"/>
            </a:pPr>
            <a:r>
              <a:rPr b="0" lang="ru-RU" sz="3200" strike="noStrike" u="none">
                <a:solidFill>
                  <a:srgbClr val="ffffff"/>
                </a:solidFill>
                <a:effectLst/>
                <a:uFillTx/>
                <a:latin typeface="Noto Sans"/>
              </a:rPr>
              <a:t> </a:t>
            </a:r>
            <a:r>
              <a:rPr b="1" lang="ru-RU" sz="3200" strike="noStrike" u="none">
                <a:solidFill>
                  <a:srgbClr val="ffffff"/>
                </a:solidFill>
                <a:effectLst/>
                <a:uFillTx/>
                <a:latin typeface="Noto Sans"/>
              </a:rPr>
              <a:t>Право</a:t>
            </a:r>
            <a:r>
              <a:rPr b="0" lang="ru-RU" sz="3200" strike="noStrike" u="none">
                <a:solidFill>
                  <a:srgbClr val="ffffff"/>
                </a:solidFill>
                <a:effectLst/>
                <a:uFillTx/>
                <a:latin typeface="Noto Sans"/>
              </a:rPr>
              <a:t>: Длительный процесс делимитации шельфа</a:t>
            </a:r>
            <a:endParaRPr b="0" lang="ru-RU" sz="3200" strike="noStrike" u="none">
              <a:solidFill>
                <a:srgbClr val="ffffff"/>
              </a:solidFill>
              <a:effectLst/>
              <a:uFillTx/>
              <a:latin typeface="Noto Sans"/>
            </a:endParaRPr>
          </a:p>
          <a:p>
            <a:pPr marL="432000" indent="-324000">
              <a:spcBef>
                <a:spcPts val="1417"/>
              </a:spcBef>
              <a:buClr>
                <a:srgbClr val="ffffff"/>
              </a:buClr>
              <a:buFont typeface="StarSymbol"/>
              <a:buAutoNum type="arabicPeriod"/>
            </a:pPr>
            <a:r>
              <a:rPr b="0" lang="ru-RU" sz="3200" strike="noStrike" u="none">
                <a:solidFill>
                  <a:srgbClr val="ffffff"/>
                </a:solidFill>
                <a:effectLst/>
                <a:uFillTx/>
                <a:latin typeface="Noto Sans"/>
              </a:rPr>
              <a:t> </a:t>
            </a:r>
            <a:r>
              <a:rPr b="1" lang="ru-RU" sz="3200" strike="noStrike" u="none">
                <a:solidFill>
                  <a:srgbClr val="ffffff"/>
                </a:solidFill>
                <a:effectLst/>
                <a:uFillTx/>
                <a:latin typeface="Noto Sans"/>
              </a:rPr>
              <a:t>Экология</a:t>
            </a:r>
            <a:r>
              <a:rPr b="0" lang="ru-RU" sz="3200" strike="noStrike" u="none">
                <a:solidFill>
                  <a:srgbClr val="ffffff"/>
                </a:solidFill>
                <a:effectLst/>
                <a:uFillTx/>
                <a:latin typeface="Noto Sans"/>
              </a:rPr>
              <a:t>: Уязвимость региона при свернутом сотрудничестве</a:t>
            </a:r>
            <a:endParaRPr b="0" lang="ru-RU" sz="3200" strike="noStrike" u="none">
              <a:solidFill>
                <a:srgbClr val="ffffff"/>
              </a:solidFill>
              <a:effectLst/>
              <a:uFillTx/>
              <a:latin typeface="Noto Sans"/>
            </a:endParaRPr>
          </a:p>
        </p:txBody>
      </p:sp>
    </p:spTree>
  </p:cSld>
  <p:transition>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540000" y="216000"/>
            <a:ext cx="9000000" cy="936000"/>
          </a:xfrm>
          <a:prstGeom prst="rect">
            <a:avLst/>
          </a:prstGeom>
          <a:noFill/>
          <a:ln w="0">
            <a:noFill/>
          </a:ln>
        </p:spPr>
        <p:txBody>
          <a:bodyPr lIns="0" rIns="0" tIns="0" bIns="0" anchor="ctr">
            <a:normAutofit/>
          </a:bodyPr>
          <a:p>
            <a:pPr indent="0" algn="ctr">
              <a:buNone/>
            </a:pPr>
            <a:r>
              <a:rPr b="1" lang="ru-RU" sz="4400" strike="noStrike" u="none">
                <a:solidFill>
                  <a:srgbClr val="ffffff"/>
                </a:solidFill>
                <a:effectLst/>
                <a:uFillTx/>
                <a:latin typeface="Noto Sans"/>
              </a:rPr>
              <a:t>Вывод</a:t>
            </a:r>
            <a:endParaRPr b="1" lang="ru-RU" sz="4400" strike="noStrike" u="none">
              <a:solidFill>
                <a:srgbClr val="ffffff"/>
              </a:solidFill>
              <a:effectLst/>
              <a:uFillTx/>
              <a:latin typeface="Noto Sans"/>
            </a:endParaRPr>
          </a:p>
        </p:txBody>
      </p:sp>
      <p:sp>
        <p:nvSpPr>
          <p:cNvPr id="96" name="PlaceHolder 2"/>
          <p:cNvSpPr>
            <a:spLocks noGrp="1"/>
          </p:cNvSpPr>
          <p:nvPr>
            <p:ph/>
          </p:nvPr>
        </p:nvSpPr>
        <p:spPr>
          <a:xfrm>
            <a:off x="504000" y="1326600"/>
            <a:ext cx="9072000" cy="3893400"/>
          </a:xfrm>
          <a:prstGeom prst="rect">
            <a:avLst/>
          </a:prstGeom>
          <a:noFill/>
          <a:ln w="0">
            <a:noFill/>
          </a:ln>
        </p:spPr>
        <p:txBody>
          <a:bodyPr lIns="0" rIns="0" tIns="0" bIns="0" anchor="t">
            <a:normAutofit/>
          </a:bodyPr>
          <a:p>
            <a:pPr indent="0">
              <a:spcBef>
                <a:spcPts val="1417"/>
              </a:spcBef>
              <a:buNone/>
            </a:pPr>
            <a:r>
              <a:rPr b="0" lang="ru-RU" sz="3200" strike="noStrike" u="none">
                <a:solidFill>
                  <a:srgbClr val="ffffff"/>
                </a:solidFill>
                <a:effectLst/>
                <a:uFillTx/>
                <a:latin typeface="Noto Sans"/>
              </a:rPr>
              <a:t>Россия проводит последовательную политику в Арктике, </a:t>
            </a:r>
            <a:r>
              <a:rPr b="1" lang="ru-RU" sz="3200" strike="noStrike" u="none">
                <a:solidFill>
                  <a:srgbClr val="ffffff"/>
                </a:solidFill>
                <a:effectLst/>
                <a:uFillTx/>
                <a:latin typeface="Noto Sans"/>
              </a:rPr>
              <a:t>переориентируя сотрудничество на Восток и делая ставку на собственные силы</a:t>
            </a:r>
            <a:r>
              <a:rPr b="0" lang="ru-RU" sz="3200" strike="noStrike" u="none">
                <a:solidFill>
                  <a:srgbClr val="ffffff"/>
                </a:solidFill>
                <a:effectLst/>
                <a:uFillTx/>
                <a:latin typeface="Noto Sans"/>
              </a:rPr>
              <a:t>. Успех зависит от преодоления санкционных ограничений и интеграции в новую систему экономических связей.</a:t>
            </a:r>
            <a:endParaRPr b="0" lang="ru-RU" sz="3200" strike="noStrike" u="none">
              <a:solidFill>
                <a:srgbClr val="ffffff"/>
              </a:solidFill>
              <a:effectLst/>
              <a:uFillTx/>
              <a:latin typeface="Noto Sans"/>
            </a:endParaRPr>
          </a:p>
        </p:txBody>
      </p:sp>
      <p:pic>
        <p:nvPicPr>
          <p:cNvPr id="97" name="" descr=""/>
          <p:cNvPicPr/>
          <p:nvPr/>
        </p:nvPicPr>
        <p:blipFill>
          <a:blip r:embed="rId1"/>
          <a:stretch/>
        </p:blipFill>
        <p:spPr>
          <a:xfrm>
            <a:off x="8460000" y="58320"/>
            <a:ext cx="1561680" cy="1561680"/>
          </a:xfrm>
          <a:prstGeom prst="rect">
            <a:avLst/>
          </a:prstGeom>
          <a:noFill/>
          <a:ln w="0">
            <a:noFill/>
          </a:ln>
        </p:spPr>
      </p:pic>
    </p:spTree>
  </p:cSld>
  <p:transition>
    <p:fade/>
  </p:transition>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LibreOffice/25.8.3.2$Windows_X86_64 LibreOffice_project/8ca8d55c161d602844f5428fa4b58097424e324e</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2025-11-30T11:04:30Z</dcterms:created>
  <dc:creator/>
  <dc:description>
               Freshes - LibreOffice Impress Template
                        by Risyad Rais
Freshes Template is supposed to be a template for LibreOffice
Impress. But I guess calling it a placeholder or sample slides might be even
more suitable since it's not really optimized properly for LibreOffice Impress
Workflow.
This template is made as an answer to Indonesian LibreOffice Community and
Gimpscape ID's call-to-arms to contribute to the 10th anniversary of
LibreOffice celebration.
##How to
###Normal slides
1. Duplicate the slide you want to edit
2. Edit the texts
3. Rearrange the slides and remove the ones you don't need
###Icons
To change icons, go to: "Insert -&gt; Special Character"
and choose the one you like.
###Chart slides
1. Double click the chart
2. Edit Data Table
##Features
1. A fresh looking first and last slide with huge typography
2. Covered single bullet to four bullets slides
3. Charts available in two styles: Collumns and Lines
4. A very mediocre looking Diagram and Table slide
5. Timeline slides
6. Super simple Closing slide
If you tried this and have any suggestions, feel free to send a mail: satmo54[at]gmail[dot]com
##Acknowledgements
Here's some resources I used to make this template:
###Images
Images used here are licensed under [Unsplash License](https://unsplash.com/license).
1. [White clouds and blue skies](https://unsplash.com/photos/DbwYNr8RPbg) by Resul on Unsplash.
2. [Four on flight hot air balloons](https://unsplash.com/photos/HcuKlhq4osM) by C.Valdez on Unsplash.
##License
This template is released under CC by SA 4.0 License. Other resources used in
this template have their own respective licenses you might want to check.
    </dc:description>
  <dc:language>ru-RU</dc:language>
  <cp:lastModifiedBy/>
  <dcterms:modified xsi:type="dcterms:W3CDTF">2025-11-30T18:22:16Z</dcterms:modified>
  <cp:revision>3</cp:revision>
  <dc:subject/>
  <dc:title>Freshes</dc:title>
</cp:coreProperties>
</file>