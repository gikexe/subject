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5F5F"/>
    <a:srgbClr val="4D4D4D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78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DD1864-9AE2-917F-DDF0-B9662446E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CEF296-60AC-71BB-6278-D532F42E1B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52FEFC-5CB8-2FD8-FA32-0AAC1D9AA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EE7B-ACEC-4904-8780-A8EACEFD1F7E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DADB3E-B85C-3627-9695-5D1ACBA58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0D9417-7E49-AD93-6636-4240455D8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2FD05-D12E-4A6D-9AFE-8240F30362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2430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4527D8-2CC7-4ECD-66D3-8BC124D2E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60F241-9B24-265B-0803-3C85722B3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E07CE0-E779-B333-A39B-99FD8DDFF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EE7B-ACEC-4904-8780-A8EACEFD1F7E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3E6E59-A1E3-AD5D-C0AB-9BE309DC9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8959D3-700D-066D-C7A3-442FEE050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2FD05-D12E-4A6D-9AFE-8240F30362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3052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48EE0B-BFE7-CF16-E04A-E3DDB400C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CE41B3-F5FA-89E2-1CAA-4D0F62555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8378BA-E285-D179-64AA-7180D97D5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EE7B-ACEC-4904-8780-A8EACEFD1F7E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A7E693-ABDB-4622-DE82-357EE65E0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2FD0A0-4356-6A86-D601-C5656343B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2FD05-D12E-4A6D-9AFE-8240F30362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750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CD6942-D564-B1FD-2B98-C6CAC96E6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30306C-2B1F-FCC0-0E57-6DEC4720F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E3F036D-A328-E34D-2AA1-374087BD6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337DA7-E9F5-9722-EC81-3091A30B2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EE7B-ACEC-4904-8780-A8EACEFD1F7E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2E8D773-43FE-C3CF-8CA7-FEB3EBC63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EB55FB-46FE-8010-6C22-56B25E4F8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2FD05-D12E-4A6D-9AFE-8240F30362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6283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E456CB-08ED-25BC-66DD-C4633872C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AEAC3C-9C37-D1AE-B2E6-9903CC1A4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25F191A-E674-C438-4DF7-9B3A1DB15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E23332A-7F57-E89B-46AE-7A7767739E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26D9405-65B9-0329-E53B-274804683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24FBB6E-8649-A9CA-6722-95D97AC20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EE7B-ACEC-4904-8780-A8EACEFD1F7E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FF9F14E-6223-BAF2-DCD6-0F06CF579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57BE120-DB76-5611-EA40-82EA14824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2FD05-D12E-4A6D-9AFE-8240F30362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5222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C7D08E-709A-3503-A4BE-1D2F0DC00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05472F8-4100-FB35-E991-A81132401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EE7B-ACEC-4904-8780-A8EACEFD1F7E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6B77CBB-81CC-00B6-3F00-C0443A1BE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5135327-70E4-5BBB-7BA4-9706F74F0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2FD05-D12E-4A6D-9AFE-8240F30362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3197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2F4C0E4-63C7-2E36-C9CA-EF1D73BD7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EE7B-ACEC-4904-8780-A8EACEFD1F7E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72216DF-A504-5001-9753-196ADB180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4AF44CC-17DE-BE04-EEF3-4E3FD26DA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2FD05-D12E-4A6D-9AFE-8240F30362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5286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1B8988-1EFF-98C6-6A1D-9B350B530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E99F2F-5DF0-6AB3-1B99-2C4D0DE1B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1BC676-750A-42D2-C027-BAEB658CC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6E6914-F25B-1364-00FF-36E451863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EE7B-ACEC-4904-8780-A8EACEFD1F7E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3A18632-1D28-8F48-A8BC-BA45D4042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D9D03A-C4CB-7B08-752D-9130523BB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2FD05-D12E-4A6D-9AFE-8240F30362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5411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CA19D7-96FB-4971-E8EA-7C81F90BF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E115A2B-6C40-6426-6DDB-21D97F5D9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2841163-CF5F-EC19-5BEC-DB64AC781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973A91-4DBD-6D75-686C-8C26D3D82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EE7B-ACEC-4904-8780-A8EACEFD1F7E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FA2B11-8469-4362-0172-F0B81BCC0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842A5A6-9B5D-43B0-725C-E3949C29F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2FD05-D12E-4A6D-9AFE-8240F30362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4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5CE614-2C19-2FE4-E24B-1FB95A75F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5718F15-26B4-B584-C187-D2BDE4284F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CFA9E9-632E-1BA1-07EC-8CF9BB93F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EE7B-ACEC-4904-8780-A8EACEFD1F7E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6423D6-1380-4F45-E964-7264196E3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4B72C6-2710-0ACA-10F7-F54D00969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2FD05-D12E-4A6D-9AFE-8240F30362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720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2EC29EF-6398-26D2-D843-40B7E8DC0B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EDECB24-573D-0231-7490-CCFDD61DAF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0A7AE7-DB23-2F54-7B95-A0195DA8F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EE7B-ACEC-4904-8780-A8EACEFD1F7E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64034C-A3BD-44D2-AA24-446008F10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1FB471-8369-865D-38B6-3E3613F49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2FD05-D12E-4A6D-9AFE-8240F30362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0744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E1D4AF-7A41-14A7-E1F5-26296BBD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17B3F6F-D2BB-CFB7-3934-436A5C21E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C41824-92DC-868E-92B5-EBA24B1A85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9EE7B-ACEC-4904-8780-A8EACEFD1F7E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57ACD6-52BB-A14C-25B9-29F1859A75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F8C066-E90C-42AD-5752-AAE4A548FC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C2FD05-D12E-4A6D-9AFE-8240F30362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03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B2453F-BFB2-70A3-7B71-D3C6BFE11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4778"/>
          </a:xfrm>
          <a:solidFill>
            <a:srgbClr val="5F5F5F">
              <a:alpha val="67059"/>
            </a:srgbClr>
          </a:solidFill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Проблема: разорванная цепочка поставок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76C484-4F44-9181-E30F-09A1DCD4C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61413"/>
            <a:ext cx="10515600" cy="1331461"/>
          </a:xfrm>
          <a:solidFill>
            <a:srgbClr val="5F5F5F">
              <a:alpha val="80000"/>
            </a:srgbClr>
          </a:solidFill>
        </p:spPr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Непрозрачность данных и бумажная волокита ведут к потере </a:t>
            </a:r>
            <a:r>
              <a:rPr lang="ru-RU" b="1" dirty="0">
                <a:solidFill>
                  <a:schemeClr val="bg1"/>
                </a:solidFill>
              </a:rPr>
              <a:t>$1.5 трлн</a:t>
            </a:r>
            <a:r>
              <a:rPr lang="ru-RU" dirty="0">
                <a:solidFill>
                  <a:schemeClr val="bg1"/>
                </a:solidFill>
              </a:rPr>
              <a:t> ежегодно. Отсутствие единого источника истины порождает фрод и ошибки в логистике.</a:t>
            </a:r>
          </a:p>
        </p:txBody>
      </p:sp>
    </p:spTree>
    <p:extLst>
      <p:ext uri="{BB962C8B-B14F-4D97-AF65-F5344CB8AC3E}">
        <p14:creationId xmlns:p14="http://schemas.microsoft.com/office/powerpoint/2010/main" val="70202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410542-349B-2C2C-91FF-7CF72D07A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82E59-8057-4462-1625-DC4A34B5D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4778"/>
          </a:xfrm>
          <a:solidFill>
            <a:srgbClr val="5F5F5F">
              <a:alpha val="67059"/>
            </a:srgbClr>
          </a:solidFill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Решение: блокчейн-реестр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FC3276-3EB3-45F3-5400-80AA377EB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61413"/>
            <a:ext cx="10515600" cy="1331461"/>
          </a:xfrm>
          <a:solidFill>
            <a:srgbClr val="5F5F5F">
              <a:alpha val="80000"/>
            </a:srgbClr>
          </a:solidFill>
        </p:spPr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Мы внедряем децентрализованную систему учета на базе смарт-контрактов. Это гарантирует неизменность данных, автоматизацию платежей и мгновенный аудит каждого этапа доставки.</a:t>
            </a:r>
          </a:p>
        </p:txBody>
      </p:sp>
    </p:spTree>
    <p:extLst>
      <p:ext uri="{BB962C8B-B14F-4D97-AF65-F5344CB8AC3E}">
        <p14:creationId xmlns:p14="http://schemas.microsoft.com/office/powerpoint/2010/main" val="1548203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D7B1E6-B7A9-A958-426A-262F0D9AA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284D6A-612D-AFF2-7BD8-A19261AF4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4778"/>
          </a:xfrm>
          <a:solidFill>
            <a:srgbClr val="5F5F5F">
              <a:alpha val="67059"/>
            </a:srgbClr>
          </a:solidFill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Архитектура: распределённая сеть и </a:t>
            </a:r>
            <a:r>
              <a:rPr lang="ru-RU" sz="4000" dirty="0" err="1">
                <a:solidFill>
                  <a:schemeClr val="bg1"/>
                </a:solidFill>
              </a:rPr>
              <a:t>IoT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B5F44E-4857-6626-7807-E59BC35B8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61413"/>
            <a:ext cx="10515600" cy="1331461"/>
          </a:xfrm>
          <a:solidFill>
            <a:srgbClr val="5F5F5F">
              <a:alpha val="80000"/>
            </a:srgbClr>
          </a:solidFill>
        </p:spPr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Стек объединяет датчики </a:t>
            </a:r>
            <a:r>
              <a:rPr lang="ru-RU" dirty="0" err="1">
                <a:solidFill>
                  <a:schemeClr val="bg1"/>
                </a:solidFill>
              </a:rPr>
              <a:t>IoT</a:t>
            </a:r>
            <a:r>
              <a:rPr lang="ru-RU" dirty="0">
                <a:solidFill>
                  <a:schemeClr val="bg1"/>
                </a:solidFill>
              </a:rPr>
              <a:t> для трекинга в реальном времени и L2-решение для масштабируемости. Данные с физических носителей напрямую записываются в защищенный реестр.</a:t>
            </a:r>
          </a:p>
        </p:txBody>
      </p:sp>
    </p:spTree>
    <p:extLst>
      <p:ext uri="{BB962C8B-B14F-4D97-AF65-F5344CB8AC3E}">
        <p14:creationId xmlns:p14="http://schemas.microsoft.com/office/powerpoint/2010/main" val="4233522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336640-115B-5203-E6E1-8AE75DB14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11DA8D-252D-4C88-A618-A19FC9DFC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4778"/>
          </a:xfrm>
          <a:solidFill>
            <a:srgbClr val="5F5F5F">
              <a:alpha val="67059"/>
            </a:srgbClr>
          </a:solidFill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Эффект от внедрения: прозрачность и доверие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555989-0658-3E78-04F1-EA4A512DF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61413"/>
            <a:ext cx="10515600" cy="1331461"/>
          </a:xfrm>
          <a:solidFill>
            <a:srgbClr val="5F5F5F">
              <a:alpha val="80000"/>
            </a:srgbClr>
          </a:solidFill>
        </p:spPr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Платформа сокращает операционные расходы на </a:t>
            </a:r>
            <a:r>
              <a:rPr lang="ru-RU" b="1" dirty="0">
                <a:solidFill>
                  <a:schemeClr val="bg1"/>
                </a:solidFill>
              </a:rPr>
              <a:t>30%</a:t>
            </a:r>
            <a:r>
              <a:rPr lang="ru-RU" dirty="0">
                <a:solidFill>
                  <a:schemeClr val="bg1"/>
                </a:solidFill>
              </a:rPr>
              <a:t> и создает ликвидный актив из логистических данных. Это новый стандарт доверия для глобальной торговли.</a:t>
            </a:r>
          </a:p>
        </p:txBody>
      </p:sp>
    </p:spTree>
    <p:extLst>
      <p:ext uri="{BB962C8B-B14F-4D97-AF65-F5344CB8AC3E}">
        <p14:creationId xmlns:p14="http://schemas.microsoft.com/office/powerpoint/2010/main" val="28620663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115</Words>
  <Application>Microsoft Office PowerPoint</Application>
  <PresentationFormat>Широкоэкранный</PresentationFormat>
  <Paragraphs>8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Проблема: разорванная цепочка поставок</vt:lpstr>
      <vt:lpstr>Решение: блокчейн-реестр</vt:lpstr>
      <vt:lpstr>Архитектура: распределённая сеть и IoT</vt:lpstr>
      <vt:lpstr>Эффект от внедрения: прозрачность и доверие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GIKExe</dc:creator>
  <cp:lastModifiedBy>GIKExe</cp:lastModifiedBy>
  <cp:revision>1</cp:revision>
  <dcterms:created xsi:type="dcterms:W3CDTF">2026-03-29T18:46:02Z</dcterms:created>
  <dcterms:modified xsi:type="dcterms:W3CDTF">2026-03-29T19:01:08Z</dcterms:modified>
</cp:coreProperties>
</file>