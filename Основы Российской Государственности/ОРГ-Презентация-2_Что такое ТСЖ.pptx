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33813-2200-4C89-BD3E-9C9A9D196D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2FB55-B672-4CC9-A00B-001E13322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F880B9-BD6A-44F4-9041-71235C25B08A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 такое ТСЖ?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440000" y="1326600"/>
            <a:ext cx="813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Определение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Структура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Функции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Порядок создания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Законодательное регулирование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Определение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>
              <a:spcBef>
                <a:spcPts val="1417"/>
              </a:spcBef>
              <a:buNone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ТСЖ (товарищество собственников жилья) — это объединение владельцев помещений в многоквартирном доме (МКД) для совместного управления общим имуществом дома.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К общему имуществу относятся коридоры, лестничные площадки, лестницы, технические этажи, лифты и лифтовые шахты, чердаки, подвалы, крыша, оборудование, обслуживающее больше одного помещения, а также земельный участок, на котором расположен дом. </a:t>
            </a:r>
            <a:br>
              <a:rPr sz="3200"/>
            </a:b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ТСЖ — некоммерческая организация, регистрируется как юрлицо.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Структура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Общее собрание членов — высший орган управления товариществом.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На собрании вносят изменения в устав, принимают решения о ликвидации или реорганизации ТСЖ, устанавливают размеры обязательных платежей и членских взносов, утверждают годовой план содержания и ремонта общего имущества.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504000" y="180000"/>
            <a:ext cx="9071640" cy="52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Правление — исполнительный орган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который руководит деятельностью ТСЖ. В его состав входят члены товарищества, которых избрали на общем собрании.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Председатель ТСЖ — ответственное лицо товарищества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которое руководит правлением. Подписывает платёжные документы и договоры с подрядчиками или поставщиками коммунальных услуг, рассматривает обращения жильцов и даёт поручения членам правления.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504000" y="180000"/>
            <a:ext cx="9071640" cy="52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Ревизионная комиссия — выбирается из членов общего собрания, которые не входят в состав правления товарищества.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Ревизоры не реже одного раза в год проверяют финансовую деятельность ТСЖ и отчитываются о результатах проверки другим членам товарищества.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404000" y="57600"/>
            <a:ext cx="7272000" cy="552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7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Управление домом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решение вопросов об эксплуатации и содержании, благоустройство прилегающей территории.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Заключение договоров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на управление домом (в том числе с управляющей компанией, полностью или частично передав ей свои функции).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504000" y="360000"/>
            <a:ext cx="9071640" cy="50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Составление сметы доходов и расходов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на год, в том числе необходимых расходов на содержание и ремонт общего имущества, капремонт и реконструкцию дома.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Сдача общего имущества в аренду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(свободных площадей, технических помещений, а также фасада дома для размещения рекламы).</a:t>
            </a:r>
            <a:br>
              <a:rPr sz="3200"/>
            </a:br>
            <a:br>
              <a:rPr sz="3200"/>
            </a:b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ТСЖ вправе заниматься хозяйственной деятельностью (сдавать в аренду часть общего имущества, строить дополнительные помещения), но деньги от неё направляются на общие нужды дома. 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Порядок создания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spcBef>
                <a:spcPts val="1417"/>
              </a:spcBef>
              <a:buNone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Решение о создании ТСЖ принимается на общем собрании собственников помещений в МКД.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200"/>
            </a:br>
            <a:br>
              <a:rPr sz="3200"/>
            </a:b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ТСЖ создаётся в одном доме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то поддержать это решение должны собственники, обладающие </a:t>
            </a: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более 50% от общего числа голосов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собственников в этом доме.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504000" y="540000"/>
            <a:ext cx="907164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spcBef>
                <a:spcPts val="1417"/>
              </a:spcBef>
              <a:buNone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ТСЖ планирует управлять общим имуществом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сразу в нескольких домах, то решение о создании такого ТСЖ должно приниматься </a:t>
            </a: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более чем двумя третями голосов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собственников в каждом из этих домов. </a:t>
            </a:r>
            <a:br>
              <a:rPr sz="3200"/>
            </a:br>
            <a:br>
              <a:rPr sz="3200"/>
            </a:b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домом уже управляет управляющая компания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при создании и регистрации ТСЖ </a:t>
            </a: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договор с ней расторгается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Законодательное регулирование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Деятельность ТСЖ регламентирована </a:t>
            </a: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разделом 6 Жилищного кодекса РФ (ЖК РФ)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Устав ТСЖ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принимается на общем собрании большинством голосов от общего числа голосов собственников помещений в МКД.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/>
          </p:nvPr>
        </p:nvSpPr>
        <p:spPr>
          <a:xfrm>
            <a:off x="504000" y="720000"/>
            <a:ext cx="907164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Товарищество создаётся без ограничения срока деятельности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если иное не предусмотрено его уставом.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Получение ТСЖ лицензии</a:t>
            </a: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на осуществление деятельности по управлению домом законодательством не предусмотрено.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85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Конец.</a:t>
            </a:r>
            <a:endParaRPr b="1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800000"/>
            <a:ext cx="9071640" cy="281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ctr">
              <a:spcBef>
                <a:spcPts val="1417"/>
              </a:spcBef>
              <a:buNone/>
            </a:pPr>
            <a:r>
              <a:rPr b="0" lang="ru-RU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Спасибо за внимание.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Application>LibreOffice/25.8.1.1$Windows_X86_64 LibreOffice_project/54047653041915e595ad4e45cccea684809c77b5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2025-10-19T20:07:40Z</dcterms:created>
  <dc:creator/>
  <dc:description/>
  <dc:language>ru-RU</dc:language>
  <cp:lastModifiedBy/>
  <dcterms:modified xsi:type="dcterms:W3CDTF">2025-10-19T23:39:36Z</dcterms:modified>
  <cp:revision>1</cp:revision>
  <dc:subject/>
  <dc:title/>
</cp:coreProperties>
</file>